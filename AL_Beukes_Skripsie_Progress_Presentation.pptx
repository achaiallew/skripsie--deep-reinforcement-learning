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396" r:id="rId5"/>
    <p:sldId id="333" r:id="rId6"/>
    <p:sldId id="268" r:id="rId7"/>
    <p:sldId id="377" r:id="rId8"/>
    <p:sldId id="260" r:id="rId9"/>
    <p:sldId id="270" r:id="rId10"/>
    <p:sldId id="259" r:id="rId11"/>
    <p:sldId id="397" r:id="rId12"/>
    <p:sldId id="273" r:id="rId13"/>
    <p:sldId id="376" r:id="rId14"/>
    <p:sldId id="3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79962"/>
    <a:srgbClr val="4D5356"/>
    <a:srgbClr val="000000"/>
    <a:srgbClr val="461B2B"/>
    <a:srgbClr val="E2D6C0"/>
    <a:srgbClr val="8B2346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6"/>
    <p:restoredTop sz="85436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02" y="97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D8EC5-F62F-4F85-AB5C-71BD68DBB4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8A9828-B77F-45C7-AC79-204A045C5217}">
      <dgm:prSet/>
      <dgm:spPr/>
      <dgm:t>
        <a:bodyPr/>
        <a:lstStyle/>
        <a:p>
          <a:r>
            <a:rPr lang="en-GB" b="0" i="0" dirty="0">
              <a:solidFill>
                <a:srgbClr val="FFFFFF"/>
              </a:solidFill>
            </a:rPr>
            <a:t>Growing demand for autonomous on-device AI Systems</a:t>
          </a:r>
          <a:endParaRPr lang="en-US" dirty="0">
            <a:solidFill>
              <a:srgbClr val="FFFFFF"/>
            </a:solidFill>
          </a:endParaRPr>
        </a:p>
      </dgm:t>
    </dgm:pt>
    <dgm:pt modelId="{45ABC4FC-E594-45E4-A966-3C46B8B7D678}" type="parTrans" cxnId="{5BA2B560-F855-444B-AF36-C3350AF44260}">
      <dgm:prSet/>
      <dgm:spPr/>
      <dgm:t>
        <a:bodyPr/>
        <a:lstStyle/>
        <a:p>
          <a:endParaRPr lang="en-US"/>
        </a:p>
      </dgm:t>
    </dgm:pt>
    <dgm:pt modelId="{D1F46726-9C5A-48F6-9AD6-44CEC7AA8E50}" type="sibTrans" cxnId="{5BA2B560-F855-444B-AF36-C3350AF44260}">
      <dgm:prSet/>
      <dgm:spPr/>
      <dgm:t>
        <a:bodyPr/>
        <a:lstStyle/>
        <a:p>
          <a:endParaRPr lang="en-US"/>
        </a:p>
      </dgm:t>
    </dgm:pt>
    <dgm:pt modelId="{3EE9F50E-E38E-4637-BE83-55042CA3F6BF}">
      <dgm:prSet/>
      <dgm:spPr/>
      <dgm:t>
        <a:bodyPr/>
        <a:lstStyle/>
        <a:p>
          <a:r>
            <a:rPr lang="en-GB" b="0" i="0" dirty="0">
              <a:solidFill>
                <a:srgbClr val="FFFFFF"/>
              </a:solidFill>
            </a:rPr>
            <a:t>Systems are often </a:t>
          </a:r>
          <a:r>
            <a:rPr lang="en-GB" b="1" i="0" dirty="0">
              <a:solidFill>
                <a:srgbClr val="FFFFFF"/>
              </a:solidFill>
            </a:rPr>
            <a:t>resource-constrained</a:t>
          </a:r>
          <a:endParaRPr lang="en-US" dirty="0">
            <a:solidFill>
              <a:srgbClr val="FFFFFF"/>
            </a:solidFill>
          </a:endParaRPr>
        </a:p>
      </dgm:t>
    </dgm:pt>
    <dgm:pt modelId="{9C4C4541-7866-401C-813F-B9AD8F494057}" type="parTrans" cxnId="{4DD5E9FF-B553-4D66-8493-014AAA0BF2B8}">
      <dgm:prSet/>
      <dgm:spPr/>
      <dgm:t>
        <a:bodyPr/>
        <a:lstStyle/>
        <a:p>
          <a:endParaRPr lang="en-US"/>
        </a:p>
      </dgm:t>
    </dgm:pt>
    <dgm:pt modelId="{283F5B64-1809-4FE4-8B92-3C9752DCE048}" type="sibTrans" cxnId="{4DD5E9FF-B553-4D66-8493-014AAA0BF2B8}">
      <dgm:prSet/>
      <dgm:spPr/>
      <dgm:t>
        <a:bodyPr/>
        <a:lstStyle/>
        <a:p>
          <a:endParaRPr lang="en-US"/>
        </a:p>
      </dgm:t>
    </dgm:pt>
    <dgm:pt modelId="{AA19FB4F-24AC-4DF1-8225-7618457229D0}">
      <dgm:prSet/>
      <dgm:spPr/>
      <dgm:t>
        <a:bodyPr/>
        <a:lstStyle/>
        <a:p>
          <a:r>
            <a:rPr lang="en-GB" b="0" i="0" dirty="0">
              <a:solidFill>
                <a:srgbClr val="FFFFFF"/>
              </a:solidFill>
            </a:rPr>
            <a:t>High memory &amp; computing costs limit deployment</a:t>
          </a:r>
          <a:endParaRPr lang="en-US" dirty="0">
            <a:solidFill>
              <a:srgbClr val="FFFFFF"/>
            </a:solidFill>
          </a:endParaRPr>
        </a:p>
      </dgm:t>
    </dgm:pt>
    <dgm:pt modelId="{43A8311C-077E-4AAE-802F-0849753B9BFF}" type="parTrans" cxnId="{A8E2401E-51D6-4F00-8BD3-6F061C13A6CF}">
      <dgm:prSet/>
      <dgm:spPr/>
      <dgm:t>
        <a:bodyPr/>
        <a:lstStyle/>
        <a:p>
          <a:endParaRPr lang="en-US"/>
        </a:p>
      </dgm:t>
    </dgm:pt>
    <dgm:pt modelId="{DD14429F-BE78-47F7-9C30-C3D5CA046DC6}" type="sibTrans" cxnId="{A8E2401E-51D6-4F00-8BD3-6F061C13A6CF}">
      <dgm:prSet/>
      <dgm:spPr/>
      <dgm:t>
        <a:bodyPr/>
        <a:lstStyle/>
        <a:p>
          <a:endParaRPr lang="en-US"/>
        </a:p>
      </dgm:t>
    </dgm:pt>
    <dgm:pt modelId="{AFD5DD14-EF00-43F5-9361-E00C3DB785EC}">
      <dgm:prSet/>
      <dgm:spPr/>
      <dgm:t>
        <a:bodyPr/>
        <a:lstStyle/>
        <a:p>
          <a:r>
            <a:rPr lang="en-GB" b="0" i="0" dirty="0">
              <a:solidFill>
                <a:srgbClr val="FFFFFF"/>
              </a:solidFill>
            </a:rPr>
            <a:t>Compression research centres on supervised learning</a:t>
          </a:r>
          <a:endParaRPr lang="en-US" dirty="0">
            <a:solidFill>
              <a:srgbClr val="FFFFFF"/>
            </a:solidFill>
          </a:endParaRPr>
        </a:p>
      </dgm:t>
    </dgm:pt>
    <dgm:pt modelId="{E3F992EC-62C1-41A5-9104-BAF9872800B6}" type="parTrans" cxnId="{36734E0E-E09D-4E33-A24C-D5733B70D263}">
      <dgm:prSet/>
      <dgm:spPr/>
      <dgm:t>
        <a:bodyPr/>
        <a:lstStyle/>
        <a:p>
          <a:endParaRPr lang="en-US"/>
        </a:p>
      </dgm:t>
    </dgm:pt>
    <dgm:pt modelId="{DA098ABD-D6E8-4777-B1FA-9A016CBD8A9D}" type="sibTrans" cxnId="{36734E0E-E09D-4E33-A24C-D5733B70D263}">
      <dgm:prSet/>
      <dgm:spPr/>
      <dgm:t>
        <a:bodyPr/>
        <a:lstStyle/>
        <a:p>
          <a:endParaRPr lang="en-US"/>
        </a:p>
      </dgm:t>
    </dgm:pt>
    <dgm:pt modelId="{3924745E-A0C0-4674-8DAF-6A3A3110F00F}">
      <dgm:prSet/>
      <dgm:spPr/>
      <dgm:t>
        <a:bodyPr/>
        <a:lstStyle/>
        <a:p>
          <a:r>
            <a:rPr lang="en-GB" b="0" i="0" dirty="0">
              <a:solidFill>
                <a:srgbClr val="FFFFFF"/>
              </a:solidFill>
            </a:rPr>
            <a:t>This project targets a Deep Q-Network Agent</a:t>
          </a:r>
          <a:endParaRPr lang="en-US" dirty="0">
            <a:solidFill>
              <a:srgbClr val="FFFFFF"/>
            </a:solidFill>
          </a:endParaRPr>
        </a:p>
      </dgm:t>
    </dgm:pt>
    <dgm:pt modelId="{8428DE23-3941-4E37-BE53-43D02910AC02}" type="parTrans" cxnId="{3FA1C94D-99CA-4453-A623-9C22775B160C}">
      <dgm:prSet/>
      <dgm:spPr/>
      <dgm:t>
        <a:bodyPr/>
        <a:lstStyle/>
        <a:p>
          <a:endParaRPr lang="en-US"/>
        </a:p>
      </dgm:t>
    </dgm:pt>
    <dgm:pt modelId="{DC56D0FF-A302-429C-9C9F-86CCEE78F5E8}" type="sibTrans" cxnId="{3FA1C94D-99CA-4453-A623-9C22775B160C}">
      <dgm:prSet/>
      <dgm:spPr/>
      <dgm:t>
        <a:bodyPr/>
        <a:lstStyle/>
        <a:p>
          <a:endParaRPr lang="en-US"/>
        </a:p>
      </dgm:t>
    </dgm:pt>
    <dgm:pt modelId="{44278657-D3EA-4F73-9C04-D1AE5ADE0FF3}" type="pres">
      <dgm:prSet presAssocID="{FF1D8EC5-F62F-4F85-AB5C-71BD68DBB4B2}" presName="vert0" presStyleCnt="0">
        <dgm:presLayoutVars>
          <dgm:dir/>
          <dgm:animOne val="branch"/>
          <dgm:animLvl val="lvl"/>
        </dgm:presLayoutVars>
      </dgm:prSet>
      <dgm:spPr/>
    </dgm:pt>
    <dgm:pt modelId="{F381E04E-35E5-4B5B-8729-8E0A3FEA8F31}" type="pres">
      <dgm:prSet presAssocID="{208A9828-B77F-45C7-AC79-204A045C5217}" presName="thickLine" presStyleLbl="alignNode1" presStyleIdx="0" presStyleCnt="5"/>
      <dgm:spPr/>
    </dgm:pt>
    <dgm:pt modelId="{E6093D25-DEA4-45DE-B041-D89263E4A1BD}" type="pres">
      <dgm:prSet presAssocID="{208A9828-B77F-45C7-AC79-204A045C5217}" presName="horz1" presStyleCnt="0"/>
      <dgm:spPr/>
    </dgm:pt>
    <dgm:pt modelId="{53A8E9F0-61C0-4D94-9D68-DAAA143B20BC}" type="pres">
      <dgm:prSet presAssocID="{208A9828-B77F-45C7-AC79-204A045C5217}" presName="tx1" presStyleLbl="revTx" presStyleIdx="0" presStyleCnt="5"/>
      <dgm:spPr/>
    </dgm:pt>
    <dgm:pt modelId="{D6B785DE-8612-412C-94E3-5F23838D7159}" type="pres">
      <dgm:prSet presAssocID="{208A9828-B77F-45C7-AC79-204A045C5217}" presName="vert1" presStyleCnt="0"/>
      <dgm:spPr/>
    </dgm:pt>
    <dgm:pt modelId="{522AA7C1-9ACF-4424-BD48-9297217B21E3}" type="pres">
      <dgm:prSet presAssocID="{3EE9F50E-E38E-4637-BE83-55042CA3F6BF}" presName="thickLine" presStyleLbl="alignNode1" presStyleIdx="1" presStyleCnt="5"/>
      <dgm:spPr/>
    </dgm:pt>
    <dgm:pt modelId="{77B5DC91-9DBC-49BF-B4CC-5AA609749B04}" type="pres">
      <dgm:prSet presAssocID="{3EE9F50E-E38E-4637-BE83-55042CA3F6BF}" presName="horz1" presStyleCnt="0"/>
      <dgm:spPr/>
    </dgm:pt>
    <dgm:pt modelId="{0B1AB71C-F81D-404F-92F7-26378AFDB087}" type="pres">
      <dgm:prSet presAssocID="{3EE9F50E-E38E-4637-BE83-55042CA3F6BF}" presName="tx1" presStyleLbl="revTx" presStyleIdx="1" presStyleCnt="5"/>
      <dgm:spPr/>
    </dgm:pt>
    <dgm:pt modelId="{7CFE55BA-EE20-45DD-AD03-FB9C2060BE2C}" type="pres">
      <dgm:prSet presAssocID="{3EE9F50E-E38E-4637-BE83-55042CA3F6BF}" presName="vert1" presStyleCnt="0"/>
      <dgm:spPr/>
    </dgm:pt>
    <dgm:pt modelId="{9F8BBBE3-B67D-4E94-A8F7-BC02B285F039}" type="pres">
      <dgm:prSet presAssocID="{AA19FB4F-24AC-4DF1-8225-7618457229D0}" presName="thickLine" presStyleLbl="alignNode1" presStyleIdx="2" presStyleCnt="5"/>
      <dgm:spPr/>
    </dgm:pt>
    <dgm:pt modelId="{54A27361-9563-4067-9779-D1C8146D5413}" type="pres">
      <dgm:prSet presAssocID="{AA19FB4F-24AC-4DF1-8225-7618457229D0}" presName="horz1" presStyleCnt="0"/>
      <dgm:spPr/>
    </dgm:pt>
    <dgm:pt modelId="{43B1F0FE-69BB-4BAF-8B31-054CCE3032B6}" type="pres">
      <dgm:prSet presAssocID="{AA19FB4F-24AC-4DF1-8225-7618457229D0}" presName="tx1" presStyleLbl="revTx" presStyleIdx="2" presStyleCnt="5" custLinFactNeighborX="558" custLinFactNeighborY="-29691"/>
      <dgm:spPr/>
    </dgm:pt>
    <dgm:pt modelId="{E458DF7D-F479-4366-A882-4AEE52D64BA5}" type="pres">
      <dgm:prSet presAssocID="{AA19FB4F-24AC-4DF1-8225-7618457229D0}" presName="vert1" presStyleCnt="0"/>
      <dgm:spPr/>
    </dgm:pt>
    <dgm:pt modelId="{D605E62C-AAB6-4F86-AE10-6485767C7F57}" type="pres">
      <dgm:prSet presAssocID="{AFD5DD14-EF00-43F5-9361-E00C3DB785EC}" presName="thickLine" presStyleLbl="alignNode1" presStyleIdx="3" presStyleCnt="5"/>
      <dgm:spPr/>
    </dgm:pt>
    <dgm:pt modelId="{2131B7F6-254B-40BC-B2C7-6BA84027BFF5}" type="pres">
      <dgm:prSet presAssocID="{AFD5DD14-EF00-43F5-9361-E00C3DB785EC}" presName="horz1" presStyleCnt="0"/>
      <dgm:spPr/>
    </dgm:pt>
    <dgm:pt modelId="{F91A65C5-3E2F-49AF-A8FE-A84044AE9A29}" type="pres">
      <dgm:prSet presAssocID="{AFD5DD14-EF00-43F5-9361-E00C3DB785EC}" presName="tx1" presStyleLbl="revTx" presStyleIdx="3" presStyleCnt="5" custLinFactNeighborY="-30037"/>
      <dgm:spPr/>
    </dgm:pt>
    <dgm:pt modelId="{8623006A-5829-400C-8829-60C7F0D1C60F}" type="pres">
      <dgm:prSet presAssocID="{AFD5DD14-EF00-43F5-9361-E00C3DB785EC}" presName="vert1" presStyleCnt="0"/>
      <dgm:spPr/>
    </dgm:pt>
    <dgm:pt modelId="{0B46CD81-BC17-477B-A405-CA5975DEA6C2}" type="pres">
      <dgm:prSet presAssocID="{3924745E-A0C0-4674-8DAF-6A3A3110F00F}" presName="thickLine" presStyleLbl="alignNode1" presStyleIdx="4" presStyleCnt="5"/>
      <dgm:spPr/>
    </dgm:pt>
    <dgm:pt modelId="{9A3837CF-63D5-48FE-8124-C24E119696CD}" type="pres">
      <dgm:prSet presAssocID="{3924745E-A0C0-4674-8DAF-6A3A3110F00F}" presName="horz1" presStyleCnt="0"/>
      <dgm:spPr/>
    </dgm:pt>
    <dgm:pt modelId="{0A17070B-E4DA-4444-A742-65746E991DBC}" type="pres">
      <dgm:prSet presAssocID="{3924745E-A0C0-4674-8DAF-6A3A3110F00F}" presName="tx1" presStyleLbl="revTx" presStyleIdx="4" presStyleCnt="5" custLinFactNeighborY="-14080"/>
      <dgm:spPr/>
    </dgm:pt>
    <dgm:pt modelId="{D3A30D64-FAC6-4EA0-ABC7-65E89D7CD94A}" type="pres">
      <dgm:prSet presAssocID="{3924745E-A0C0-4674-8DAF-6A3A3110F00F}" presName="vert1" presStyleCnt="0"/>
      <dgm:spPr/>
    </dgm:pt>
  </dgm:ptLst>
  <dgm:cxnLst>
    <dgm:cxn modelId="{B5147809-7CB2-428F-8C16-8C74705A67B7}" type="presOf" srcId="{AA19FB4F-24AC-4DF1-8225-7618457229D0}" destId="{43B1F0FE-69BB-4BAF-8B31-054CCE3032B6}" srcOrd="0" destOrd="0" presId="urn:microsoft.com/office/officeart/2008/layout/LinedList"/>
    <dgm:cxn modelId="{36734E0E-E09D-4E33-A24C-D5733B70D263}" srcId="{FF1D8EC5-F62F-4F85-AB5C-71BD68DBB4B2}" destId="{AFD5DD14-EF00-43F5-9361-E00C3DB785EC}" srcOrd="3" destOrd="0" parTransId="{E3F992EC-62C1-41A5-9104-BAF9872800B6}" sibTransId="{DA098ABD-D6E8-4777-B1FA-9A016CBD8A9D}"/>
    <dgm:cxn modelId="{A8E2401E-51D6-4F00-8BD3-6F061C13A6CF}" srcId="{FF1D8EC5-F62F-4F85-AB5C-71BD68DBB4B2}" destId="{AA19FB4F-24AC-4DF1-8225-7618457229D0}" srcOrd="2" destOrd="0" parTransId="{43A8311C-077E-4AAE-802F-0849753B9BFF}" sibTransId="{DD14429F-BE78-47F7-9C30-C3D5CA046DC6}"/>
    <dgm:cxn modelId="{94EB5520-B8F6-4133-80FD-466FD7D8330C}" type="presOf" srcId="{FF1D8EC5-F62F-4F85-AB5C-71BD68DBB4B2}" destId="{44278657-D3EA-4F73-9C04-D1AE5ADE0FF3}" srcOrd="0" destOrd="0" presId="urn:microsoft.com/office/officeart/2008/layout/LinedList"/>
    <dgm:cxn modelId="{4B908F33-0D25-4747-9AC2-2F0F6BCE0F31}" type="presOf" srcId="{208A9828-B77F-45C7-AC79-204A045C5217}" destId="{53A8E9F0-61C0-4D94-9D68-DAAA143B20BC}" srcOrd="0" destOrd="0" presId="urn:microsoft.com/office/officeart/2008/layout/LinedList"/>
    <dgm:cxn modelId="{5BA2B560-F855-444B-AF36-C3350AF44260}" srcId="{FF1D8EC5-F62F-4F85-AB5C-71BD68DBB4B2}" destId="{208A9828-B77F-45C7-AC79-204A045C5217}" srcOrd="0" destOrd="0" parTransId="{45ABC4FC-E594-45E4-A966-3C46B8B7D678}" sibTransId="{D1F46726-9C5A-48F6-9AD6-44CEC7AA8E50}"/>
    <dgm:cxn modelId="{3FA1C94D-99CA-4453-A623-9C22775B160C}" srcId="{FF1D8EC5-F62F-4F85-AB5C-71BD68DBB4B2}" destId="{3924745E-A0C0-4674-8DAF-6A3A3110F00F}" srcOrd="4" destOrd="0" parTransId="{8428DE23-3941-4E37-BE53-43D02910AC02}" sibTransId="{DC56D0FF-A302-429C-9C9F-86CCEE78F5E8}"/>
    <dgm:cxn modelId="{BA25C7C2-4E6F-420F-A934-C6830A981505}" type="presOf" srcId="{3EE9F50E-E38E-4637-BE83-55042CA3F6BF}" destId="{0B1AB71C-F81D-404F-92F7-26378AFDB087}" srcOrd="0" destOrd="0" presId="urn:microsoft.com/office/officeart/2008/layout/LinedList"/>
    <dgm:cxn modelId="{EBDC47CD-A835-4B20-B12A-D07404AB7279}" type="presOf" srcId="{AFD5DD14-EF00-43F5-9361-E00C3DB785EC}" destId="{F91A65C5-3E2F-49AF-A8FE-A84044AE9A29}" srcOrd="0" destOrd="0" presId="urn:microsoft.com/office/officeart/2008/layout/LinedList"/>
    <dgm:cxn modelId="{ADFE65F7-4B6B-45BE-96B4-FB3AC4D5CCA7}" type="presOf" srcId="{3924745E-A0C0-4674-8DAF-6A3A3110F00F}" destId="{0A17070B-E4DA-4444-A742-65746E991DBC}" srcOrd="0" destOrd="0" presId="urn:microsoft.com/office/officeart/2008/layout/LinedList"/>
    <dgm:cxn modelId="{4DD5E9FF-B553-4D66-8493-014AAA0BF2B8}" srcId="{FF1D8EC5-F62F-4F85-AB5C-71BD68DBB4B2}" destId="{3EE9F50E-E38E-4637-BE83-55042CA3F6BF}" srcOrd="1" destOrd="0" parTransId="{9C4C4541-7866-401C-813F-B9AD8F494057}" sibTransId="{283F5B64-1809-4FE4-8B92-3C9752DCE048}"/>
    <dgm:cxn modelId="{3139D9C7-2982-498E-AE84-DE2229B42ACF}" type="presParOf" srcId="{44278657-D3EA-4F73-9C04-D1AE5ADE0FF3}" destId="{F381E04E-35E5-4B5B-8729-8E0A3FEA8F31}" srcOrd="0" destOrd="0" presId="urn:microsoft.com/office/officeart/2008/layout/LinedList"/>
    <dgm:cxn modelId="{CEEA1560-C626-4FF7-BAAD-C2E339956D79}" type="presParOf" srcId="{44278657-D3EA-4F73-9C04-D1AE5ADE0FF3}" destId="{E6093D25-DEA4-45DE-B041-D89263E4A1BD}" srcOrd="1" destOrd="0" presId="urn:microsoft.com/office/officeart/2008/layout/LinedList"/>
    <dgm:cxn modelId="{8305705A-23AE-4111-AF92-FBFC17537026}" type="presParOf" srcId="{E6093D25-DEA4-45DE-B041-D89263E4A1BD}" destId="{53A8E9F0-61C0-4D94-9D68-DAAA143B20BC}" srcOrd="0" destOrd="0" presId="urn:microsoft.com/office/officeart/2008/layout/LinedList"/>
    <dgm:cxn modelId="{D053DB3F-DF6D-4553-A128-DDC14654767B}" type="presParOf" srcId="{E6093D25-DEA4-45DE-B041-D89263E4A1BD}" destId="{D6B785DE-8612-412C-94E3-5F23838D7159}" srcOrd="1" destOrd="0" presId="urn:microsoft.com/office/officeart/2008/layout/LinedList"/>
    <dgm:cxn modelId="{B43F6915-1EAC-4D71-8B27-FFA610DCE38A}" type="presParOf" srcId="{44278657-D3EA-4F73-9C04-D1AE5ADE0FF3}" destId="{522AA7C1-9ACF-4424-BD48-9297217B21E3}" srcOrd="2" destOrd="0" presId="urn:microsoft.com/office/officeart/2008/layout/LinedList"/>
    <dgm:cxn modelId="{657241FD-2C1C-4192-A0EC-EF83E4BA5A1C}" type="presParOf" srcId="{44278657-D3EA-4F73-9C04-D1AE5ADE0FF3}" destId="{77B5DC91-9DBC-49BF-B4CC-5AA609749B04}" srcOrd="3" destOrd="0" presId="urn:microsoft.com/office/officeart/2008/layout/LinedList"/>
    <dgm:cxn modelId="{A43B8085-8410-4746-B73C-FC65989791A5}" type="presParOf" srcId="{77B5DC91-9DBC-49BF-B4CC-5AA609749B04}" destId="{0B1AB71C-F81D-404F-92F7-26378AFDB087}" srcOrd="0" destOrd="0" presId="urn:microsoft.com/office/officeart/2008/layout/LinedList"/>
    <dgm:cxn modelId="{FEA51FFF-F046-48D2-9232-28C1A0815F96}" type="presParOf" srcId="{77B5DC91-9DBC-49BF-B4CC-5AA609749B04}" destId="{7CFE55BA-EE20-45DD-AD03-FB9C2060BE2C}" srcOrd="1" destOrd="0" presId="urn:microsoft.com/office/officeart/2008/layout/LinedList"/>
    <dgm:cxn modelId="{FCB6C16D-4D13-450D-A39D-FC1398D5B0AD}" type="presParOf" srcId="{44278657-D3EA-4F73-9C04-D1AE5ADE0FF3}" destId="{9F8BBBE3-B67D-4E94-A8F7-BC02B285F039}" srcOrd="4" destOrd="0" presId="urn:microsoft.com/office/officeart/2008/layout/LinedList"/>
    <dgm:cxn modelId="{A1E76AD3-4D42-41C6-828B-851D95AACC5E}" type="presParOf" srcId="{44278657-D3EA-4F73-9C04-D1AE5ADE0FF3}" destId="{54A27361-9563-4067-9779-D1C8146D5413}" srcOrd="5" destOrd="0" presId="urn:microsoft.com/office/officeart/2008/layout/LinedList"/>
    <dgm:cxn modelId="{84820DE1-1BC0-4BAB-92E9-7D7FA5613571}" type="presParOf" srcId="{54A27361-9563-4067-9779-D1C8146D5413}" destId="{43B1F0FE-69BB-4BAF-8B31-054CCE3032B6}" srcOrd="0" destOrd="0" presId="urn:microsoft.com/office/officeart/2008/layout/LinedList"/>
    <dgm:cxn modelId="{FEB221A6-C82C-4AE0-BAFD-074A487BF5E8}" type="presParOf" srcId="{54A27361-9563-4067-9779-D1C8146D5413}" destId="{E458DF7D-F479-4366-A882-4AEE52D64BA5}" srcOrd="1" destOrd="0" presId="urn:microsoft.com/office/officeart/2008/layout/LinedList"/>
    <dgm:cxn modelId="{EEDA90BE-9825-4AF6-AB39-5BCC0C80A2FE}" type="presParOf" srcId="{44278657-D3EA-4F73-9C04-D1AE5ADE0FF3}" destId="{D605E62C-AAB6-4F86-AE10-6485767C7F57}" srcOrd="6" destOrd="0" presId="urn:microsoft.com/office/officeart/2008/layout/LinedList"/>
    <dgm:cxn modelId="{4D0A9DE3-3B16-4D12-96FC-5C3CF9A6732E}" type="presParOf" srcId="{44278657-D3EA-4F73-9C04-D1AE5ADE0FF3}" destId="{2131B7F6-254B-40BC-B2C7-6BA84027BFF5}" srcOrd="7" destOrd="0" presId="urn:microsoft.com/office/officeart/2008/layout/LinedList"/>
    <dgm:cxn modelId="{776494D6-CAA1-43F3-B7D8-6F2895D8FEF9}" type="presParOf" srcId="{2131B7F6-254B-40BC-B2C7-6BA84027BFF5}" destId="{F91A65C5-3E2F-49AF-A8FE-A84044AE9A29}" srcOrd="0" destOrd="0" presId="urn:microsoft.com/office/officeart/2008/layout/LinedList"/>
    <dgm:cxn modelId="{67DEA371-D3DE-4085-821A-4C1606A14359}" type="presParOf" srcId="{2131B7F6-254B-40BC-B2C7-6BA84027BFF5}" destId="{8623006A-5829-400C-8829-60C7F0D1C60F}" srcOrd="1" destOrd="0" presId="urn:microsoft.com/office/officeart/2008/layout/LinedList"/>
    <dgm:cxn modelId="{0830DD3B-A308-4072-AC6F-189A561E09D7}" type="presParOf" srcId="{44278657-D3EA-4F73-9C04-D1AE5ADE0FF3}" destId="{0B46CD81-BC17-477B-A405-CA5975DEA6C2}" srcOrd="8" destOrd="0" presId="urn:microsoft.com/office/officeart/2008/layout/LinedList"/>
    <dgm:cxn modelId="{C3040C1F-1490-4FF9-85C7-6423C45FEF16}" type="presParOf" srcId="{44278657-D3EA-4F73-9C04-D1AE5ADE0FF3}" destId="{9A3837CF-63D5-48FE-8124-C24E119696CD}" srcOrd="9" destOrd="0" presId="urn:microsoft.com/office/officeart/2008/layout/LinedList"/>
    <dgm:cxn modelId="{3375A11D-7C1D-4EB2-8C53-CA7A8B612D96}" type="presParOf" srcId="{9A3837CF-63D5-48FE-8124-C24E119696CD}" destId="{0A17070B-E4DA-4444-A742-65746E991DBC}" srcOrd="0" destOrd="0" presId="urn:microsoft.com/office/officeart/2008/layout/LinedList"/>
    <dgm:cxn modelId="{9DA62398-0AF7-4BC2-B480-A3695C62EE52}" type="presParOf" srcId="{9A3837CF-63D5-48FE-8124-C24E119696CD}" destId="{D3A30D64-FAC6-4EA0-ABC7-65E89D7CD9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02DB1D-8B5C-48FB-B792-A16C6387848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DAD309A-3E1A-4804-B805-AED666DEC5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0" i="0"/>
            <a:t>Implement DRL Algorithm on Desktop PC</a:t>
          </a:r>
          <a:endParaRPr lang="en-US"/>
        </a:p>
      </dgm:t>
    </dgm:pt>
    <dgm:pt modelId="{30114B1E-6ECC-40DB-AABD-9F0922F97CFD}" type="parTrans" cxnId="{2D7730EF-1360-4C26-8731-A9799C010DC8}">
      <dgm:prSet/>
      <dgm:spPr/>
      <dgm:t>
        <a:bodyPr/>
        <a:lstStyle/>
        <a:p>
          <a:endParaRPr lang="en-US"/>
        </a:p>
      </dgm:t>
    </dgm:pt>
    <dgm:pt modelId="{5F4D1464-72E4-45A3-842E-7DADB4F81800}" type="sibTrans" cxnId="{2D7730EF-1360-4C26-8731-A9799C010DC8}">
      <dgm:prSet/>
      <dgm:spPr/>
      <dgm:t>
        <a:bodyPr/>
        <a:lstStyle/>
        <a:p>
          <a:endParaRPr lang="en-US"/>
        </a:p>
      </dgm:t>
    </dgm:pt>
    <dgm:pt modelId="{1478E9BF-580B-4E99-8B4D-0748597FC6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0" i="0"/>
            <a:t>Train Agent to a Baseline Performance</a:t>
          </a:r>
          <a:endParaRPr lang="en-US"/>
        </a:p>
      </dgm:t>
    </dgm:pt>
    <dgm:pt modelId="{41DE9067-E52F-4485-8167-D44B88C30F7A}" type="parTrans" cxnId="{27ECDE66-3AB4-46B2-9070-B2CB517C8D19}">
      <dgm:prSet/>
      <dgm:spPr/>
      <dgm:t>
        <a:bodyPr/>
        <a:lstStyle/>
        <a:p>
          <a:endParaRPr lang="en-US"/>
        </a:p>
      </dgm:t>
    </dgm:pt>
    <dgm:pt modelId="{388261B0-4BB8-439A-9D5E-FBAE06901393}" type="sibTrans" cxnId="{27ECDE66-3AB4-46B2-9070-B2CB517C8D19}">
      <dgm:prSet/>
      <dgm:spPr/>
      <dgm:t>
        <a:bodyPr/>
        <a:lstStyle/>
        <a:p>
          <a:endParaRPr lang="en-US"/>
        </a:p>
      </dgm:t>
    </dgm:pt>
    <dgm:pt modelId="{510BB23B-2B6F-48D5-80C1-1ACE45DC3D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0" i="0"/>
            <a:t>Compress Policy Network for Deployment</a:t>
          </a:r>
          <a:endParaRPr lang="en-US"/>
        </a:p>
      </dgm:t>
    </dgm:pt>
    <dgm:pt modelId="{8F70552D-F726-4E65-9D66-92FB0E1AA8C1}" type="parTrans" cxnId="{4756132E-D9F1-4F8F-80EE-95A1AA38401F}">
      <dgm:prSet/>
      <dgm:spPr/>
      <dgm:t>
        <a:bodyPr/>
        <a:lstStyle/>
        <a:p>
          <a:endParaRPr lang="en-US"/>
        </a:p>
      </dgm:t>
    </dgm:pt>
    <dgm:pt modelId="{49DB4F2A-527B-4356-9E48-0FEB1F97B433}" type="sibTrans" cxnId="{4756132E-D9F1-4F8F-80EE-95A1AA38401F}">
      <dgm:prSet/>
      <dgm:spPr/>
      <dgm:t>
        <a:bodyPr/>
        <a:lstStyle/>
        <a:p>
          <a:endParaRPr lang="en-US"/>
        </a:p>
      </dgm:t>
    </dgm:pt>
    <dgm:pt modelId="{295EE768-C868-426B-B2E1-B6EF727088C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0" i="0"/>
            <a:t>Deploy Compressed Agent onto Embedded Device</a:t>
          </a:r>
          <a:endParaRPr lang="en-US"/>
        </a:p>
      </dgm:t>
    </dgm:pt>
    <dgm:pt modelId="{695D5FA4-23E4-4C7F-9B44-A3E83579DB6D}" type="parTrans" cxnId="{381A0325-3A65-4906-BF68-58DFA694C8E9}">
      <dgm:prSet/>
      <dgm:spPr/>
      <dgm:t>
        <a:bodyPr/>
        <a:lstStyle/>
        <a:p>
          <a:endParaRPr lang="en-US"/>
        </a:p>
      </dgm:t>
    </dgm:pt>
    <dgm:pt modelId="{656313A0-9E0B-4C4B-8CB6-85D4870C7430}" type="sibTrans" cxnId="{381A0325-3A65-4906-BF68-58DFA694C8E9}">
      <dgm:prSet/>
      <dgm:spPr/>
      <dgm:t>
        <a:bodyPr/>
        <a:lstStyle/>
        <a:p>
          <a:endParaRPr lang="en-US"/>
        </a:p>
      </dgm:t>
    </dgm:pt>
    <dgm:pt modelId="{51973C63-F8AD-4AC7-931E-4C6FAAAA446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0" i="0"/>
            <a:t>Add Camera for Real-World Image Input</a:t>
          </a:r>
          <a:endParaRPr lang="en-US"/>
        </a:p>
      </dgm:t>
    </dgm:pt>
    <dgm:pt modelId="{67E69482-418E-434B-8C37-3E677D2D5AB4}" type="parTrans" cxnId="{EA28250D-2567-4A3C-B2C8-F2ED59207D74}">
      <dgm:prSet/>
      <dgm:spPr/>
      <dgm:t>
        <a:bodyPr/>
        <a:lstStyle/>
        <a:p>
          <a:endParaRPr lang="en-US"/>
        </a:p>
      </dgm:t>
    </dgm:pt>
    <dgm:pt modelId="{5C2E8BF0-763C-4A87-8C04-398A32FEED25}" type="sibTrans" cxnId="{EA28250D-2567-4A3C-B2C8-F2ED59207D74}">
      <dgm:prSet/>
      <dgm:spPr/>
      <dgm:t>
        <a:bodyPr/>
        <a:lstStyle/>
        <a:p>
          <a:endParaRPr lang="en-US"/>
        </a:p>
      </dgm:t>
    </dgm:pt>
    <dgm:pt modelId="{EEAE0501-C9B1-40E6-852A-0BE1C8DA7ED5}" type="pres">
      <dgm:prSet presAssocID="{7002DB1D-8B5C-48FB-B792-A16C6387848D}" presName="root" presStyleCnt="0">
        <dgm:presLayoutVars>
          <dgm:dir/>
          <dgm:resizeHandles val="exact"/>
        </dgm:presLayoutVars>
      </dgm:prSet>
      <dgm:spPr/>
    </dgm:pt>
    <dgm:pt modelId="{081C3969-ABDB-479C-9478-852AFFD1BC9D}" type="pres">
      <dgm:prSet presAssocID="{6DAD309A-3E1A-4804-B805-AED666DEC5C7}" presName="compNode" presStyleCnt="0"/>
      <dgm:spPr/>
    </dgm:pt>
    <dgm:pt modelId="{2B972954-1885-4CDF-97D1-226720F0AFD4}" type="pres">
      <dgm:prSet presAssocID="{6DAD309A-3E1A-4804-B805-AED666DEC5C7}" presName="iconBgRect" presStyleLbl="bgShp" presStyleIdx="0" presStyleCnt="5"/>
      <dgm:spPr/>
    </dgm:pt>
    <dgm:pt modelId="{B95D17BB-41F0-4E99-B936-356112CEBAE7}" type="pres">
      <dgm:prSet presAssocID="{6DAD309A-3E1A-4804-B805-AED666DEC5C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F668C24-0185-4746-BFAA-42B7DD8E84BC}" type="pres">
      <dgm:prSet presAssocID="{6DAD309A-3E1A-4804-B805-AED666DEC5C7}" presName="spaceRect" presStyleCnt="0"/>
      <dgm:spPr/>
    </dgm:pt>
    <dgm:pt modelId="{C7DBB822-C1AA-4F60-A683-8EEBBCED6BF4}" type="pres">
      <dgm:prSet presAssocID="{6DAD309A-3E1A-4804-B805-AED666DEC5C7}" presName="textRect" presStyleLbl="revTx" presStyleIdx="0" presStyleCnt="5">
        <dgm:presLayoutVars>
          <dgm:chMax val="1"/>
          <dgm:chPref val="1"/>
        </dgm:presLayoutVars>
      </dgm:prSet>
      <dgm:spPr/>
    </dgm:pt>
    <dgm:pt modelId="{D2DD93B6-BAAA-488A-A8F4-80987268A4D6}" type="pres">
      <dgm:prSet presAssocID="{5F4D1464-72E4-45A3-842E-7DADB4F81800}" presName="sibTrans" presStyleCnt="0"/>
      <dgm:spPr/>
    </dgm:pt>
    <dgm:pt modelId="{93E01199-952A-43CB-9868-27CFB043D8EE}" type="pres">
      <dgm:prSet presAssocID="{1478E9BF-580B-4E99-8B4D-0748597FC6CC}" presName="compNode" presStyleCnt="0"/>
      <dgm:spPr/>
    </dgm:pt>
    <dgm:pt modelId="{C5CB578E-6CB9-44C2-95FC-89706BF7B91E}" type="pres">
      <dgm:prSet presAssocID="{1478E9BF-580B-4E99-8B4D-0748597FC6CC}" presName="iconBgRect" presStyleLbl="bgShp" presStyleIdx="1" presStyleCnt="5"/>
      <dgm:spPr/>
    </dgm:pt>
    <dgm:pt modelId="{A83659C5-9AE6-4449-A931-85568F224892}" type="pres">
      <dgm:prSet presAssocID="{1478E9BF-580B-4E99-8B4D-0748597FC6C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45A4FB9-62DE-48AF-A750-63783F7332B0}" type="pres">
      <dgm:prSet presAssocID="{1478E9BF-580B-4E99-8B4D-0748597FC6CC}" presName="spaceRect" presStyleCnt="0"/>
      <dgm:spPr/>
    </dgm:pt>
    <dgm:pt modelId="{423743F5-9AAD-4061-AAE0-24368D484E20}" type="pres">
      <dgm:prSet presAssocID="{1478E9BF-580B-4E99-8B4D-0748597FC6CC}" presName="textRect" presStyleLbl="revTx" presStyleIdx="1" presStyleCnt="5">
        <dgm:presLayoutVars>
          <dgm:chMax val="1"/>
          <dgm:chPref val="1"/>
        </dgm:presLayoutVars>
      </dgm:prSet>
      <dgm:spPr/>
    </dgm:pt>
    <dgm:pt modelId="{08B6CDFC-12E8-4C68-AD09-D5304B717729}" type="pres">
      <dgm:prSet presAssocID="{388261B0-4BB8-439A-9D5E-FBAE06901393}" presName="sibTrans" presStyleCnt="0"/>
      <dgm:spPr/>
    </dgm:pt>
    <dgm:pt modelId="{F6DE187E-DAD2-41D3-BE95-C87280DFE0A7}" type="pres">
      <dgm:prSet presAssocID="{510BB23B-2B6F-48D5-80C1-1ACE45DC3DBF}" presName="compNode" presStyleCnt="0"/>
      <dgm:spPr/>
    </dgm:pt>
    <dgm:pt modelId="{47453EAD-04C9-4678-A43D-F34DED8AF790}" type="pres">
      <dgm:prSet presAssocID="{510BB23B-2B6F-48D5-80C1-1ACE45DC3DBF}" presName="iconBgRect" presStyleLbl="bgShp" presStyleIdx="2" presStyleCnt="5"/>
      <dgm:spPr/>
    </dgm:pt>
    <dgm:pt modelId="{BDA8FBAA-64E5-4B6C-8F48-789DFD72BA49}" type="pres">
      <dgm:prSet presAssocID="{510BB23B-2B6F-48D5-80C1-1ACE45DC3DB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FE9FF1B-BBD7-4C8D-A7A8-75DC1E200053}" type="pres">
      <dgm:prSet presAssocID="{510BB23B-2B6F-48D5-80C1-1ACE45DC3DBF}" presName="spaceRect" presStyleCnt="0"/>
      <dgm:spPr/>
    </dgm:pt>
    <dgm:pt modelId="{5215F4E1-5DDF-4B90-97F9-D6D1A05EEEE0}" type="pres">
      <dgm:prSet presAssocID="{510BB23B-2B6F-48D5-80C1-1ACE45DC3DBF}" presName="textRect" presStyleLbl="revTx" presStyleIdx="2" presStyleCnt="5">
        <dgm:presLayoutVars>
          <dgm:chMax val="1"/>
          <dgm:chPref val="1"/>
        </dgm:presLayoutVars>
      </dgm:prSet>
      <dgm:spPr/>
    </dgm:pt>
    <dgm:pt modelId="{93B3802E-AED6-4194-87E8-A5061F1B5F8C}" type="pres">
      <dgm:prSet presAssocID="{49DB4F2A-527B-4356-9E48-0FEB1F97B433}" presName="sibTrans" presStyleCnt="0"/>
      <dgm:spPr/>
    </dgm:pt>
    <dgm:pt modelId="{8C87FBD9-3E93-46CE-A49C-E61BCCDFE2A1}" type="pres">
      <dgm:prSet presAssocID="{295EE768-C868-426B-B2E1-B6EF727088C1}" presName="compNode" presStyleCnt="0"/>
      <dgm:spPr/>
    </dgm:pt>
    <dgm:pt modelId="{B2354CBB-A5E8-4336-ACCC-9E8C5F2884D2}" type="pres">
      <dgm:prSet presAssocID="{295EE768-C868-426B-B2E1-B6EF727088C1}" presName="iconBgRect" presStyleLbl="bgShp" presStyleIdx="3" presStyleCnt="5"/>
      <dgm:spPr/>
    </dgm:pt>
    <dgm:pt modelId="{242211CE-C2C1-4644-B2C6-132E80C85A18}" type="pres">
      <dgm:prSet presAssocID="{295EE768-C868-426B-B2E1-B6EF727088C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B9464E6-EA3D-45D8-8CBB-E694A23196AC}" type="pres">
      <dgm:prSet presAssocID="{295EE768-C868-426B-B2E1-B6EF727088C1}" presName="spaceRect" presStyleCnt="0"/>
      <dgm:spPr/>
    </dgm:pt>
    <dgm:pt modelId="{B8810062-8904-4BFB-B6B9-7CAE54F2ACD5}" type="pres">
      <dgm:prSet presAssocID="{295EE768-C868-426B-B2E1-B6EF727088C1}" presName="textRect" presStyleLbl="revTx" presStyleIdx="3" presStyleCnt="5">
        <dgm:presLayoutVars>
          <dgm:chMax val="1"/>
          <dgm:chPref val="1"/>
        </dgm:presLayoutVars>
      </dgm:prSet>
      <dgm:spPr/>
    </dgm:pt>
    <dgm:pt modelId="{631B5571-0A50-4E2C-8A77-2E6715BC5270}" type="pres">
      <dgm:prSet presAssocID="{656313A0-9E0B-4C4B-8CB6-85D4870C7430}" presName="sibTrans" presStyleCnt="0"/>
      <dgm:spPr/>
    </dgm:pt>
    <dgm:pt modelId="{1C8DE12F-06E7-422E-B574-D495D734CFD5}" type="pres">
      <dgm:prSet presAssocID="{51973C63-F8AD-4AC7-931E-4C6FAAAA4461}" presName="compNode" presStyleCnt="0"/>
      <dgm:spPr/>
    </dgm:pt>
    <dgm:pt modelId="{347025D9-9BE1-4EC5-9B46-691288F79ABD}" type="pres">
      <dgm:prSet presAssocID="{51973C63-F8AD-4AC7-931E-4C6FAAAA4461}" presName="iconBgRect" presStyleLbl="bgShp" presStyleIdx="4" presStyleCnt="5"/>
      <dgm:spPr/>
    </dgm:pt>
    <dgm:pt modelId="{06F0FA56-5165-4116-9DEF-5FF37B782EE3}" type="pres">
      <dgm:prSet presAssocID="{51973C63-F8AD-4AC7-931E-4C6FAAAA446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45BB866-91A3-498F-ACC1-FAF73DDEA439}" type="pres">
      <dgm:prSet presAssocID="{51973C63-F8AD-4AC7-931E-4C6FAAAA4461}" presName="spaceRect" presStyleCnt="0"/>
      <dgm:spPr/>
    </dgm:pt>
    <dgm:pt modelId="{E217FEED-0570-48E9-A446-F0066EE20A86}" type="pres">
      <dgm:prSet presAssocID="{51973C63-F8AD-4AC7-931E-4C6FAAAA446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416B809-D3B4-4AFB-8012-2FBB02E47F8E}" type="presOf" srcId="{7002DB1D-8B5C-48FB-B792-A16C6387848D}" destId="{EEAE0501-C9B1-40E6-852A-0BE1C8DA7ED5}" srcOrd="0" destOrd="0" presId="urn:microsoft.com/office/officeart/2018/5/layout/IconCircleLabelList"/>
    <dgm:cxn modelId="{EA28250D-2567-4A3C-B2C8-F2ED59207D74}" srcId="{7002DB1D-8B5C-48FB-B792-A16C6387848D}" destId="{51973C63-F8AD-4AC7-931E-4C6FAAAA4461}" srcOrd="4" destOrd="0" parTransId="{67E69482-418E-434B-8C37-3E677D2D5AB4}" sibTransId="{5C2E8BF0-763C-4A87-8C04-398A32FEED25}"/>
    <dgm:cxn modelId="{381A0325-3A65-4906-BF68-58DFA694C8E9}" srcId="{7002DB1D-8B5C-48FB-B792-A16C6387848D}" destId="{295EE768-C868-426B-B2E1-B6EF727088C1}" srcOrd="3" destOrd="0" parTransId="{695D5FA4-23E4-4C7F-9B44-A3E83579DB6D}" sibTransId="{656313A0-9E0B-4C4B-8CB6-85D4870C7430}"/>
    <dgm:cxn modelId="{4756132E-D9F1-4F8F-80EE-95A1AA38401F}" srcId="{7002DB1D-8B5C-48FB-B792-A16C6387848D}" destId="{510BB23B-2B6F-48D5-80C1-1ACE45DC3DBF}" srcOrd="2" destOrd="0" parTransId="{8F70552D-F726-4E65-9D66-92FB0E1AA8C1}" sibTransId="{49DB4F2A-527B-4356-9E48-0FEB1F97B433}"/>
    <dgm:cxn modelId="{C377FD5F-8192-4367-9918-74B92CC2C86E}" type="presOf" srcId="{295EE768-C868-426B-B2E1-B6EF727088C1}" destId="{B8810062-8904-4BFB-B6B9-7CAE54F2ACD5}" srcOrd="0" destOrd="0" presId="urn:microsoft.com/office/officeart/2018/5/layout/IconCircleLabelList"/>
    <dgm:cxn modelId="{27ECDE66-3AB4-46B2-9070-B2CB517C8D19}" srcId="{7002DB1D-8B5C-48FB-B792-A16C6387848D}" destId="{1478E9BF-580B-4E99-8B4D-0748597FC6CC}" srcOrd="1" destOrd="0" parTransId="{41DE9067-E52F-4485-8167-D44B88C30F7A}" sibTransId="{388261B0-4BB8-439A-9D5E-FBAE06901393}"/>
    <dgm:cxn modelId="{F25B1358-36B7-424C-8121-C89C24EAD656}" type="presOf" srcId="{510BB23B-2B6F-48D5-80C1-1ACE45DC3DBF}" destId="{5215F4E1-5DDF-4B90-97F9-D6D1A05EEEE0}" srcOrd="0" destOrd="0" presId="urn:microsoft.com/office/officeart/2018/5/layout/IconCircleLabelList"/>
    <dgm:cxn modelId="{817B047A-3486-402E-97BE-DE1EF3E1C3F8}" type="presOf" srcId="{1478E9BF-580B-4E99-8B4D-0748597FC6CC}" destId="{423743F5-9AAD-4061-AAE0-24368D484E20}" srcOrd="0" destOrd="0" presId="urn:microsoft.com/office/officeart/2018/5/layout/IconCircleLabelList"/>
    <dgm:cxn modelId="{B0B15FBD-8B6A-4AF3-97E4-F6F74DDB5AE6}" type="presOf" srcId="{51973C63-F8AD-4AC7-931E-4C6FAAAA4461}" destId="{E217FEED-0570-48E9-A446-F0066EE20A86}" srcOrd="0" destOrd="0" presId="urn:microsoft.com/office/officeart/2018/5/layout/IconCircleLabelList"/>
    <dgm:cxn modelId="{2D7730EF-1360-4C26-8731-A9799C010DC8}" srcId="{7002DB1D-8B5C-48FB-B792-A16C6387848D}" destId="{6DAD309A-3E1A-4804-B805-AED666DEC5C7}" srcOrd="0" destOrd="0" parTransId="{30114B1E-6ECC-40DB-AABD-9F0922F97CFD}" sibTransId="{5F4D1464-72E4-45A3-842E-7DADB4F81800}"/>
    <dgm:cxn modelId="{C1A328F9-D40C-4046-9A9B-5479EB6992B1}" type="presOf" srcId="{6DAD309A-3E1A-4804-B805-AED666DEC5C7}" destId="{C7DBB822-C1AA-4F60-A683-8EEBBCED6BF4}" srcOrd="0" destOrd="0" presId="urn:microsoft.com/office/officeart/2018/5/layout/IconCircleLabelList"/>
    <dgm:cxn modelId="{630AFE33-7C79-4483-AAB8-4757EEE90DDD}" type="presParOf" srcId="{EEAE0501-C9B1-40E6-852A-0BE1C8DA7ED5}" destId="{081C3969-ABDB-479C-9478-852AFFD1BC9D}" srcOrd="0" destOrd="0" presId="urn:microsoft.com/office/officeart/2018/5/layout/IconCircleLabelList"/>
    <dgm:cxn modelId="{1B26E425-7445-4248-B8DC-65B9BBCD5475}" type="presParOf" srcId="{081C3969-ABDB-479C-9478-852AFFD1BC9D}" destId="{2B972954-1885-4CDF-97D1-226720F0AFD4}" srcOrd="0" destOrd="0" presId="urn:microsoft.com/office/officeart/2018/5/layout/IconCircleLabelList"/>
    <dgm:cxn modelId="{81B633BD-CC9A-488F-855A-A066934830CD}" type="presParOf" srcId="{081C3969-ABDB-479C-9478-852AFFD1BC9D}" destId="{B95D17BB-41F0-4E99-B936-356112CEBAE7}" srcOrd="1" destOrd="0" presId="urn:microsoft.com/office/officeart/2018/5/layout/IconCircleLabelList"/>
    <dgm:cxn modelId="{F7881F06-B260-4AF8-86CB-8BA9E8EB87CD}" type="presParOf" srcId="{081C3969-ABDB-479C-9478-852AFFD1BC9D}" destId="{BF668C24-0185-4746-BFAA-42B7DD8E84BC}" srcOrd="2" destOrd="0" presId="urn:microsoft.com/office/officeart/2018/5/layout/IconCircleLabelList"/>
    <dgm:cxn modelId="{9C950EE6-DDAA-415F-8315-66EFF87E0560}" type="presParOf" srcId="{081C3969-ABDB-479C-9478-852AFFD1BC9D}" destId="{C7DBB822-C1AA-4F60-A683-8EEBBCED6BF4}" srcOrd="3" destOrd="0" presId="urn:microsoft.com/office/officeart/2018/5/layout/IconCircleLabelList"/>
    <dgm:cxn modelId="{29232987-B951-448D-886F-A1AE356687D2}" type="presParOf" srcId="{EEAE0501-C9B1-40E6-852A-0BE1C8DA7ED5}" destId="{D2DD93B6-BAAA-488A-A8F4-80987268A4D6}" srcOrd="1" destOrd="0" presId="urn:microsoft.com/office/officeart/2018/5/layout/IconCircleLabelList"/>
    <dgm:cxn modelId="{E43E851E-07A3-45AE-B5B2-8EB6C3CC42DF}" type="presParOf" srcId="{EEAE0501-C9B1-40E6-852A-0BE1C8DA7ED5}" destId="{93E01199-952A-43CB-9868-27CFB043D8EE}" srcOrd="2" destOrd="0" presId="urn:microsoft.com/office/officeart/2018/5/layout/IconCircleLabelList"/>
    <dgm:cxn modelId="{608E0516-DFCC-497A-BF37-05FE2877A3F9}" type="presParOf" srcId="{93E01199-952A-43CB-9868-27CFB043D8EE}" destId="{C5CB578E-6CB9-44C2-95FC-89706BF7B91E}" srcOrd="0" destOrd="0" presId="urn:microsoft.com/office/officeart/2018/5/layout/IconCircleLabelList"/>
    <dgm:cxn modelId="{3A569822-D03F-46AD-AFE0-2C8D8EBEB6B7}" type="presParOf" srcId="{93E01199-952A-43CB-9868-27CFB043D8EE}" destId="{A83659C5-9AE6-4449-A931-85568F224892}" srcOrd="1" destOrd="0" presId="urn:microsoft.com/office/officeart/2018/5/layout/IconCircleLabelList"/>
    <dgm:cxn modelId="{67E4AB8E-7A9F-4D8F-80FD-BFC813C0FC80}" type="presParOf" srcId="{93E01199-952A-43CB-9868-27CFB043D8EE}" destId="{845A4FB9-62DE-48AF-A750-63783F7332B0}" srcOrd="2" destOrd="0" presId="urn:microsoft.com/office/officeart/2018/5/layout/IconCircleLabelList"/>
    <dgm:cxn modelId="{F4B6D146-0692-456C-9232-6B9AD804752F}" type="presParOf" srcId="{93E01199-952A-43CB-9868-27CFB043D8EE}" destId="{423743F5-9AAD-4061-AAE0-24368D484E20}" srcOrd="3" destOrd="0" presId="urn:microsoft.com/office/officeart/2018/5/layout/IconCircleLabelList"/>
    <dgm:cxn modelId="{89388371-283F-4538-A080-BC9E4178F491}" type="presParOf" srcId="{EEAE0501-C9B1-40E6-852A-0BE1C8DA7ED5}" destId="{08B6CDFC-12E8-4C68-AD09-D5304B717729}" srcOrd="3" destOrd="0" presId="urn:microsoft.com/office/officeart/2018/5/layout/IconCircleLabelList"/>
    <dgm:cxn modelId="{1BCA36D0-E592-4011-9E71-9C5DBB7AFB5B}" type="presParOf" srcId="{EEAE0501-C9B1-40E6-852A-0BE1C8DA7ED5}" destId="{F6DE187E-DAD2-41D3-BE95-C87280DFE0A7}" srcOrd="4" destOrd="0" presId="urn:microsoft.com/office/officeart/2018/5/layout/IconCircleLabelList"/>
    <dgm:cxn modelId="{A54EBDBF-3F82-4768-B18E-73BAE3A1D13F}" type="presParOf" srcId="{F6DE187E-DAD2-41D3-BE95-C87280DFE0A7}" destId="{47453EAD-04C9-4678-A43D-F34DED8AF790}" srcOrd="0" destOrd="0" presId="urn:microsoft.com/office/officeart/2018/5/layout/IconCircleLabelList"/>
    <dgm:cxn modelId="{59DB98E5-D67F-46EF-86EA-9EEDAC135410}" type="presParOf" srcId="{F6DE187E-DAD2-41D3-BE95-C87280DFE0A7}" destId="{BDA8FBAA-64E5-4B6C-8F48-789DFD72BA49}" srcOrd="1" destOrd="0" presId="urn:microsoft.com/office/officeart/2018/5/layout/IconCircleLabelList"/>
    <dgm:cxn modelId="{B67F7D77-0989-48EB-8EAF-45CDCF6F8A1D}" type="presParOf" srcId="{F6DE187E-DAD2-41D3-BE95-C87280DFE0A7}" destId="{BFE9FF1B-BBD7-4C8D-A7A8-75DC1E200053}" srcOrd="2" destOrd="0" presId="urn:microsoft.com/office/officeart/2018/5/layout/IconCircleLabelList"/>
    <dgm:cxn modelId="{ED64C7CA-3D2B-40F4-896B-5BE432C2D36B}" type="presParOf" srcId="{F6DE187E-DAD2-41D3-BE95-C87280DFE0A7}" destId="{5215F4E1-5DDF-4B90-97F9-D6D1A05EEEE0}" srcOrd="3" destOrd="0" presId="urn:microsoft.com/office/officeart/2018/5/layout/IconCircleLabelList"/>
    <dgm:cxn modelId="{7010729E-0428-4671-8757-3E8CB0E179BC}" type="presParOf" srcId="{EEAE0501-C9B1-40E6-852A-0BE1C8DA7ED5}" destId="{93B3802E-AED6-4194-87E8-A5061F1B5F8C}" srcOrd="5" destOrd="0" presId="urn:microsoft.com/office/officeart/2018/5/layout/IconCircleLabelList"/>
    <dgm:cxn modelId="{C5CE4C68-6D5E-4EAB-B156-A12697785C1A}" type="presParOf" srcId="{EEAE0501-C9B1-40E6-852A-0BE1C8DA7ED5}" destId="{8C87FBD9-3E93-46CE-A49C-E61BCCDFE2A1}" srcOrd="6" destOrd="0" presId="urn:microsoft.com/office/officeart/2018/5/layout/IconCircleLabelList"/>
    <dgm:cxn modelId="{8B73E2D5-17CD-420E-B187-BC74E017A615}" type="presParOf" srcId="{8C87FBD9-3E93-46CE-A49C-E61BCCDFE2A1}" destId="{B2354CBB-A5E8-4336-ACCC-9E8C5F2884D2}" srcOrd="0" destOrd="0" presId="urn:microsoft.com/office/officeart/2018/5/layout/IconCircleLabelList"/>
    <dgm:cxn modelId="{93667649-31F8-48EA-958E-90499CCB6AE9}" type="presParOf" srcId="{8C87FBD9-3E93-46CE-A49C-E61BCCDFE2A1}" destId="{242211CE-C2C1-4644-B2C6-132E80C85A18}" srcOrd="1" destOrd="0" presId="urn:microsoft.com/office/officeart/2018/5/layout/IconCircleLabelList"/>
    <dgm:cxn modelId="{461706C4-7C57-43D6-AB18-2C32ECC7FEEE}" type="presParOf" srcId="{8C87FBD9-3E93-46CE-A49C-E61BCCDFE2A1}" destId="{EB9464E6-EA3D-45D8-8CBB-E694A23196AC}" srcOrd="2" destOrd="0" presId="urn:microsoft.com/office/officeart/2018/5/layout/IconCircleLabelList"/>
    <dgm:cxn modelId="{E65FC9AC-02D6-499E-B428-5761BFE6CC75}" type="presParOf" srcId="{8C87FBD9-3E93-46CE-A49C-E61BCCDFE2A1}" destId="{B8810062-8904-4BFB-B6B9-7CAE54F2ACD5}" srcOrd="3" destOrd="0" presId="urn:microsoft.com/office/officeart/2018/5/layout/IconCircleLabelList"/>
    <dgm:cxn modelId="{244DA8A2-1CA1-43FB-9CC4-62F4FD058786}" type="presParOf" srcId="{EEAE0501-C9B1-40E6-852A-0BE1C8DA7ED5}" destId="{631B5571-0A50-4E2C-8A77-2E6715BC5270}" srcOrd="7" destOrd="0" presId="urn:microsoft.com/office/officeart/2018/5/layout/IconCircleLabelList"/>
    <dgm:cxn modelId="{233A9EC7-010E-4453-8D35-D5EB3A7C469E}" type="presParOf" srcId="{EEAE0501-C9B1-40E6-852A-0BE1C8DA7ED5}" destId="{1C8DE12F-06E7-422E-B574-D495D734CFD5}" srcOrd="8" destOrd="0" presId="urn:microsoft.com/office/officeart/2018/5/layout/IconCircleLabelList"/>
    <dgm:cxn modelId="{D9320638-B39F-41A5-A513-CDB1C2FB39A4}" type="presParOf" srcId="{1C8DE12F-06E7-422E-B574-D495D734CFD5}" destId="{347025D9-9BE1-4EC5-9B46-691288F79ABD}" srcOrd="0" destOrd="0" presId="urn:microsoft.com/office/officeart/2018/5/layout/IconCircleLabelList"/>
    <dgm:cxn modelId="{5287AB51-1878-4D86-8680-004F93CE0910}" type="presParOf" srcId="{1C8DE12F-06E7-422E-B574-D495D734CFD5}" destId="{06F0FA56-5165-4116-9DEF-5FF37B782EE3}" srcOrd="1" destOrd="0" presId="urn:microsoft.com/office/officeart/2018/5/layout/IconCircleLabelList"/>
    <dgm:cxn modelId="{05E3CB58-79B1-43F3-8BB0-74CF3908BC75}" type="presParOf" srcId="{1C8DE12F-06E7-422E-B574-D495D734CFD5}" destId="{645BB866-91A3-498F-ACC1-FAF73DDEA439}" srcOrd="2" destOrd="0" presId="urn:microsoft.com/office/officeart/2018/5/layout/IconCircleLabelList"/>
    <dgm:cxn modelId="{9E9E4B44-815C-49C4-B88A-3F03F55ED3F7}" type="presParOf" srcId="{1C8DE12F-06E7-422E-B574-D495D734CFD5}" destId="{E217FEED-0570-48E9-A446-F0066EE20A8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720932-4EDC-4D41-8969-DABBF43BA54B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32CDF5A-9E85-496D-9882-5D6C0DF1E555}">
      <dgm:prSet custT="1"/>
      <dgm:spPr/>
      <dgm:t>
        <a:bodyPr/>
        <a:lstStyle/>
        <a:p>
          <a:r>
            <a:rPr lang="en-US" sz="2800" dirty="0"/>
            <a:t>Risk: Data Corruption or Loss</a:t>
          </a:r>
        </a:p>
      </dgm:t>
    </dgm:pt>
    <dgm:pt modelId="{9EC928C0-1B24-42C8-9B40-7B1FE602002E}" type="parTrans" cxnId="{38679633-8820-4790-A394-5DC02CC2C55F}">
      <dgm:prSet/>
      <dgm:spPr/>
      <dgm:t>
        <a:bodyPr/>
        <a:lstStyle/>
        <a:p>
          <a:endParaRPr lang="en-US"/>
        </a:p>
      </dgm:t>
    </dgm:pt>
    <dgm:pt modelId="{BAF07608-FB17-4041-957B-E86D79B43DF2}" type="sibTrans" cxnId="{38679633-8820-4790-A394-5DC02CC2C55F}">
      <dgm:prSet/>
      <dgm:spPr/>
      <dgm:t>
        <a:bodyPr/>
        <a:lstStyle/>
        <a:p>
          <a:endParaRPr lang="en-US"/>
        </a:p>
      </dgm:t>
    </dgm:pt>
    <dgm:pt modelId="{95E58AFD-4E28-4BEC-B214-A76FF7209E69}">
      <dgm:prSet custT="1"/>
      <dgm:spPr/>
      <dgm:t>
        <a:bodyPr/>
        <a:lstStyle/>
        <a:p>
          <a:r>
            <a:rPr lang="en-US" sz="2800" dirty="0"/>
            <a:t>Mitigation: Implementing Version Control with GitHub</a:t>
          </a:r>
        </a:p>
      </dgm:t>
    </dgm:pt>
    <dgm:pt modelId="{70FEFA40-27D9-44C4-8735-E19556734CBC}" type="parTrans" cxnId="{1175B1D6-BCB0-4923-9EF2-CBB00CC12012}">
      <dgm:prSet/>
      <dgm:spPr/>
      <dgm:t>
        <a:bodyPr/>
        <a:lstStyle/>
        <a:p>
          <a:endParaRPr lang="en-US"/>
        </a:p>
      </dgm:t>
    </dgm:pt>
    <dgm:pt modelId="{AA71A18A-A571-4D2E-BD62-A90D1D0C46BF}" type="sibTrans" cxnId="{1175B1D6-BCB0-4923-9EF2-CBB00CC12012}">
      <dgm:prSet/>
      <dgm:spPr/>
      <dgm:t>
        <a:bodyPr/>
        <a:lstStyle/>
        <a:p>
          <a:endParaRPr lang="en-US"/>
        </a:p>
      </dgm:t>
    </dgm:pt>
    <dgm:pt modelId="{11FF287A-5040-4CEB-BD1A-A45FB8998790}" type="pres">
      <dgm:prSet presAssocID="{9A720932-4EDC-4D41-8969-DABBF43BA54B}" presName="linear" presStyleCnt="0">
        <dgm:presLayoutVars>
          <dgm:animLvl val="lvl"/>
          <dgm:resizeHandles val="exact"/>
        </dgm:presLayoutVars>
      </dgm:prSet>
      <dgm:spPr/>
    </dgm:pt>
    <dgm:pt modelId="{E4A2D7F2-9298-41A2-A1B9-B2774870212B}" type="pres">
      <dgm:prSet presAssocID="{D32CDF5A-9E85-496D-9882-5D6C0DF1E555}" presName="parentText" presStyleLbl="node1" presStyleIdx="0" presStyleCnt="2" custLinFactY="-48346" custLinFactNeighborY="-100000">
        <dgm:presLayoutVars>
          <dgm:chMax val="0"/>
          <dgm:bulletEnabled val="1"/>
        </dgm:presLayoutVars>
      </dgm:prSet>
      <dgm:spPr/>
    </dgm:pt>
    <dgm:pt modelId="{7D8BA87E-8D65-4D50-A83D-3189BBFD5480}" type="pres">
      <dgm:prSet presAssocID="{BAF07608-FB17-4041-957B-E86D79B43DF2}" presName="spacer" presStyleCnt="0"/>
      <dgm:spPr/>
    </dgm:pt>
    <dgm:pt modelId="{DC7C99F4-E490-48D5-A7CB-880161E64BAE}" type="pres">
      <dgm:prSet presAssocID="{95E58AFD-4E28-4BEC-B214-A76FF7209E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8679633-8820-4790-A394-5DC02CC2C55F}" srcId="{9A720932-4EDC-4D41-8969-DABBF43BA54B}" destId="{D32CDF5A-9E85-496D-9882-5D6C0DF1E555}" srcOrd="0" destOrd="0" parTransId="{9EC928C0-1B24-42C8-9B40-7B1FE602002E}" sibTransId="{BAF07608-FB17-4041-957B-E86D79B43DF2}"/>
    <dgm:cxn modelId="{F6A97290-4C46-43AD-BF37-FC49B45BF5C5}" type="presOf" srcId="{9A720932-4EDC-4D41-8969-DABBF43BA54B}" destId="{11FF287A-5040-4CEB-BD1A-A45FB8998790}" srcOrd="0" destOrd="0" presId="urn:microsoft.com/office/officeart/2005/8/layout/vList2"/>
    <dgm:cxn modelId="{846F02B0-CB5E-4F3A-9C07-836DABEF64A2}" type="presOf" srcId="{D32CDF5A-9E85-496D-9882-5D6C0DF1E555}" destId="{E4A2D7F2-9298-41A2-A1B9-B2774870212B}" srcOrd="0" destOrd="0" presId="urn:microsoft.com/office/officeart/2005/8/layout/vList2"/>
    <dgm:cxn modelId="{1175B1D6-BCB0-4923-9EF2-CBB00CC12012}" srcId="{9A720932-4EDC-4D41-8969-DABBF43BA54B}" destId="{95E58AFD-4E28-4BEC-B214-A76FF7209E69}" srcOrd="1" destOrd="0" parTransId="{70FEFA40-27D9-44C4-8735-E19556734CBC}" sibTransId="{AA71A18A-A571-4D2E-BD62-A90D1D0C46BF}"/>
    <dgm:cxn modelId="{1A2E6CF4-74E4-42AE-8763-7845BF53AEC0}" type="presOf" srcId="{95E58AFD-4E28-4BEC-B214-A76FF7209E69}" destId="{DC7C99F4-E490-48D5-A7CB-880161E64BAE}" srcOrd="0" destOrd="0" presId="urn:microsoft.com/office/officeart/2005/8/layout/vList2"/>
    <dgm:cxn modelId="{6D73671D-06DA-46F9-BD6C-DE0AA149F341}" type="presParOf" srcId="{11FF287A-5040-4CEB-BD1A-A45FB8998790}" destId="{E4A2D7F2-9298-41A2-A1B9-B2774870212B}" srcOrd="0" destOrd="0" presId="urn:microsoft.com/office/officeart/2005/8/layout/vList2"/>
    <dgm:cxn modelId="{09524109-C218-4E69-9ED9-92E90004A174}" type="presParOf" srcId="{11FF287A-5040-4CEB-BD1A-A45FB8998790}" destId="{7D8BA87E-8D65-4D50-A83D-3189BBFD5480}" srcOrd="1" destOrd="0" presId="urn:microsoft.com/office/officeart/2005/8/layout/vList2"/>
    <dgm:cxn modelId="{5E152C86-C5B2-413E-8389-8726AEB83A2C}" type="presParOf" srcId="{11FF287A-5040-4CEB-BD1A-A45FB8998790}" destId="{DC7C99F4-E490-48D5-A7CB-880161E64B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CE571D-021E-401E-B0F2-AD275ED89227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ED262A-FD1C-47CD-B13A-E110193CC3EC}">
      <dgm:prSet/>
      <dgm:spPr/>
      <dgm:t>
        <a:bodyPr/>
        <a:lstStyle/>
        <a:p>
          <a:pPr>
            <a:defRPr b="1"/>
          </a:pPr>
          <a:r>
            <a:rPr lang="en-US"/>
            <a:t>21 Aug.</a:t>
          </a:r>
        </a:p>
      </dgm:t>
    </dgm:pt>
    <dgm:pt modelId="{9FDAD159-36EB-4DA6-AD01-C6BE65260794}" type="parTrans" cxnId="{7F77CFA0-A180-49E3-AF00-2BF728EBC43C}">
      <dgm:prSet/>
      <dgm:spPr/>
      <dgm:t>
        <a:bodyPr/>
        <a:lstStyle/>
        <a:p>
          <a:endParaRPr lang="en-US"/>
        </a:p>
      </dgm:t>
    </dgm:pt>
    <dgm:pt modelId="{9C246D08-0E10-4059-8F0F-4EE1A3154832}" type="sibTrans" cxnId="{7F77CFA0-A180-49E3-AF00-2BF728EBC43C}">
      <dgm:prSet/>
      <dgm:spPr/>
      <dgm:t>
        <a:bodyPr/>
        <a:lstStyle/>
        <a:p>
          <a:endParaRPr lang="en-US"/>
        </a:p>
      </dgm:t>
    </dgm:pt>
    <dgm:pt modelId="{DC58FEDA-0B28-4F35-9A64-657CE1F73C0A}">
      <dgm:prSet/>
      <dgm:spPr/>
      <dgm:t>
        <a:bodyPr/>
        <a:lstStyle/>
        <a:p>
          <a:r>
            <a:rPr lang="en-US"/>
            <a:t>Implement Network Compression</a:t>
          </a:r>
        </a:p>
      </dgm:t>
    </dgm:pt>
    <dgm:pt modelId="{5B845C65-B8FF-4695-9E61-A70DBBD88B8D}" type="parTrans" cxnId="{32577D98-22D2-4F4B-AF34-E44F1F2FBC70}">
      <dgm:prSet/>
      <dgm:spPr/>
      <dgm:t>
        <a:bodyPr/>
        <a:lstStyle/>
        <a:p>
          <a:endParaRPr lang="en-US"/>
        </a:p>
      </dgm:t>
    </dgm:pt>
    <dgm:pt modelId="{2A927568-1B9C-4398-85F1-E581A3B19BA9}" type="sibTrans" cxnId="{32577D98-22D2-4F4B-AF34-E44F1F2FBC70}">
      <dgm:prSet/>
      <dgm:spPr/>
      <dgm:t>
        <a:bodyPr/>
        <a:lstStyle/>
        <a:p>
          <a:endParaRPr lang="en-US"/>
        </a:p>
      </dgm:t>
    </dgm:pt>
    <dgm:pt modelId="{4DAD4E23-36AE-48B1-B8DA-E0652D6CDF4C}">
      <dgm:prSet/>
      <dgm:spPr/>
      <dgm:t>
        <a:bodyPr/>
        <a:lstStyle/>
        <a:p>
          <a:pPr>
            <a:defRPr b="1"/>
          </a:pPr>
          <a:r>
            <a:rPr lang="en-US"/>
            <a:t>28 Aug.</a:t>
          </a:r>
        </a:p>
      </dgm:t>
    </dgm:pt>
    <dgm:pt modelId="{071029C3-7541-4FAC-8914-9EBEB413F136}" type="parTrans" cxnId="{1459A68E-94C8-428F-943C-6A220D34E0AE}">
      <dgm:prSet/>
      <dgm:spPr/>
      <dgm:t>
        <a:bodyPr/>
        <a:lstStyle/>
        <a:p>
          <a:endParaRPr lang="en-US"/>
        </a:p>
      </dgm:t>
    </dgm:pt>
    <dgm:pt modelId="{C332D171-3452-46BB-95EE-CF8837DE95DB}" type="sibTrans" cxnId="{1459A68E-94C8-428F-943C-6A220D34E0AE}">
      <dgm:prSet/>
      <dgm:spPr/>
      <dgm:t>
        <a:bodyPr/>
        <a:lstStyle/>
        <a:p>
          <a:endParaRPr lang="en-US"/>
        </a:p>
      </dgm:t>
    </dgm:pt>
    <dgm:pt modelId="{9AE9FC9A-3511-49DB-9A9C-4BDE4644372D}">
      <dgm:prSet/>
      <dgm:spPr/>
      <dgm:t>
        <a:bodyPr/>
        <a:lstStyle/>
        <a:p>
          <a:r>
            <a:rPr lang="en-US"/>
            <a:t>Evaluate Compression Performance</a:t>
          </a:r>
        </a:p>
      </dgm:t>
    </dgm:pt>
    <dgm:pt modelId="{6ECB5594-0EBC-4433-B03D-CA4C21D1D4C3}" type="parTrans" cxnId="{5261D254-5B94-41E1-8E36-6D729F00B0AA}">
      <dgm:prSet/>
      <dgm:spPr/>
      <dgm:t>
        <a:bodyPr/>
        <a:lstStyle/>
        <a:p>
          <a:endParaRPr lang="en-US"/>
        </a:p>
      </dgm:t>
    </dgm:pt>
    <dgm:pt modelId="{BEB93B0D-CD26-4E31-9B44-083D2790EB6D}" type="sibTrans" cxnId="{5261D254-5B94-41E1-8E36-6D729F00B0AA}">
      <dgm:prSet/>
      <dgm:spPr/>
      <dgm:t>
        <a:bodyPr/>
        <a:lstStyle/>
        <a:p>
          <a:endParaRPr lang="en-US"/>
        </a:p>
      </dgm:t>
    </dgm:pt>
    <dgm:pt modelId="{654EB5AE-7D25-47DA-AD24-47A4E348D040}">
      <dgm:prSet/>
      <dgm:spPr/>
      <dgm:t>
        <a:bodyPr/>
        <a:lstStyle/>
        <a:p>
          <a:pPr>
            <a:defRPr b="1"/>
          </a:pPr>
          <a:r>
            <a:rPr lang="en-US"/>
            <a:t>4 Sep.</a:t>
          </a:r>
        </a:p>
      </dgm:t>
    </dgm:pt>
    <dgm:pt modelId="{155DB6C7-BA72-4FDA-8BC6-C714FEBC6C56}" type="parTrans" cxnId="{E894BBDC-56BF-4DD9-9A09-0FB391CF2B52}">
      <dgm:prSet/>
      <dgm:spPr/>
      <dgm:t>
        <a:bodyPr/>
        <a:lstStyle/>
        <a:p>
          <a:endParaRPr lang="en-US"/>
        </a:p>
      </dgm:t>
    </dgm:pt>
    <dgm:pt modelId="{2E0AEBA3-AE92-4A24-8581-94F5F8BD0216}" type="sibTrans" cxnId="{E894BBDC-56BF-4DD9-9A09-0FB391CF2B52}">
      <dgm:prSet/>
      <dgm:spPr/>
      <dgm:t>
        <a:bodyPr/>
        <a:lstStyle/>
        <a:p>
          <a:endParaRPr lang="en-US"/>
        </a:p>
      </dgm:t>
    </dgm:pt>
    <dgm:pt modelId="{BDD1CE13-2D9A-41EE-9469-87EA8152D856}">
      <dgm:prSet/>
      <dgm:spPr/>
      <dgm:t>
        <a:bodyPr/>
        <a:lstStyle/>
        <a:p>
          <a:r>
            <a:rPr lang="en-US"/>
            <a:t>Deployment onto Raspberry Pico 2W</a:t>
          </a:r>
        </a:p>
      </dgm:t>
    </dgm:pt>
    <dgm:pt modelId="{A917FA3D-5E9F-40AD-9082-0A432801FC0E}" type="parTrans" cxnId="{5F50B910-779F-442B-9947-FF83A09E7C7F}">
      <dgm:prSet/>
      <dgm:spPr/>
      <dgm:t>
        <a:bodyPr/>
        <a:lstStyle/>
        <a:p>
          <a:endParaRPr lang="en-US"/>
        </a:p>
      </dgm:t>
    </dgm:pt>
    <dgm:pt modelId="{0577899B-8FEB-49F2-BE8A-DF086672AA1D}" type="sibTrans" cxnId="{5F50B910-779F-442B-9947-FF83A09E7C7F}">
      <dgm:prSet/>
      <dgm:spPr/>
      <dgm:t>
        <a:bodyPr/>
        <a:lstStyle/>
        <a:p>
          <a:endParaRPr lang="en-US"/>
        </a:p>
      </dgm:t>
    </dgm:pt>
    <dgm:pt modelId="{F3F23E44-B987-4665-82D4-2C9709B98CD0}">
      <dgm:prSet/>
      <dgm:spPr/>
      <dgm:t>
        <a:bodyPr/>
        <a:lstStyle/>
        <a:p>
          <a:pPr>
            <a:defRPr b="1"/>
          </a:pPr>
          <a:r>
            <a:rPr lang="en-US"/>
            <a:t>18 Sep.</a:t>
          </a:r>
        </a:p>
      </dgm:t>
    </dgm:pt>
    <dgm:pt modelId="{B0A49059-D7DE-4DBD-89C6-2BBD44E51D57}" type="parTrans" cxnId="{6F8B8939-9645-48BD-B659-D9FF815152E8}">
      <dgm:prSet/>
      <dgm:spPr/>
      <dgm:t>
        <a:bodyPr/>
        <a:lstStyle/>
        <a:p>
          <a:endParaRPr lang="en-US"/>
        </a:p>
      </dgm:t>
    </dgm:pt>
    <dgm:pt modelId="{2F761B7C-0467-471B-BF00-9AC912794307}" type="sibTrans" cxnId="{6F8B8939-9645-48BD-B659-D9FF815152E8}">
      <dgm:prSet/>
      <dgm:spPr/>
      <dgm:t>
        <a:bodyPr/>
        <a:lstStyle/>
        <a:p>
          <a:endParaRPr lang="en-US"/>
        </a:p>
      </dgm:t>
    </dgm:pt>
    <dgm:pt modelId="{E6E36F6C-D4CC-4E83-98F9-3AB676CBA076}">
      <dgm:prSet/>
      <dgm:spPr/>
      <dgm:t>
        <a:bodyPr/>
        <a:lstStyle/>
        <a:p>
          <a:r>
            <a:rPr lang="en-US"/>
            <a:t>Model Performance Evaluation</a:t>
          </a:r>
        </a:p>
      </dgm:t>
    </dgm:pt>
    <dgm:pt modelId="{EF3B31F7-6B84-4F9F-A78D-0E7929018DC0}" type="parTrans" cxnId="{F2A62FB7-F3A6-4CAA-A333-F4F61F41F940}">
      <dgm:prSet/>
      <dgm:spPr/>
      <dgm:t>
        <a:bodyPr/>
        <a:lstStyle/>
        <a:p>
          <a:endParaRPr lang="en-US"/>
        </a:p>
      </dgm:t>
    </dgm:pt>
    <dgm:pt modelId="{860848E7-86A8-4872-8CE1-33683F939E2E}" type="sibTrans" cxnId="{F2A62FB7-F3A6-4CAA-A333-F4F61F41F940}">
      <dgm:prSet/>
      <dgm:spPr/>
      <dgm:t>
        <a:bodyPr/>
        <a:lstStyle/>
        <a:p>
          <a:endParaRPr lang="en-US"/>
        </a:p>
      </dgm:t>
    </dgm:pt>
    <dgm:pt modelId="{D59BBC98-D8D6-4BE8-937C-4BBBDBEB82A9}">
      <dgm:prSet/>
      <dgm:spPr/>
      <dgm:t>
        <a:bodyPr/>
        <a:lstStyle/>
        <a:p>
          <a:pPr>
            <a:defRPr b="1"/>
          </a:pPr>
          <a:r>
            <a:rPr lang="en-US"/>
            <a:t>25 Sep.</a:t>
          </a:r>
        </a:p>
      </dgm:t>
    </dgm:pt>
    <dgm:pt modelId="{462A1767-1009-4B0D-A974-E8DA619B0D3D}" type="parTrans" cxnId="{7C1B4335-048E-456F-B6F5-F582EDFB01FF}">
      <dgm:prSet/>
      <dgm:spPr/>
      <dgm:t>
        <a:bodyPr/>
        <a:lstStyle/>
        <a:p>
          <a:endParaRPr lang="en-US"/>
        </a:p>
      </dgm:t>
    </dgm:pt>
    <dgm:pt modelId="{0B6B2742-53E4-41D4-8A67-BE00AF6454D4}" type="sibTrans" cxnId="{7C1B4335-048E-456F-B6F5-F582EDFB01FF}">
      <dgm:prSet/>
      <dgm:spPr/>
      <dgm:t>
        <a:bodyPr/>
        <a:lstStyle/>
        <a:p>
          <a:endParaRPr lang="en-US"/>
        </a:p>
      </dgm:t>
    </dgm:pt>
    <dgm:pt modelId="{89D77420-5AF7-42E1-BF07-484E5CCC4C4A}">
      <dgm:prSet/>
      <dgm:spPr/>
      <dgm:t>
        <a:bodyPr/>
        <a:lstStyle/>
        <a:p>
          <a:r>
            <a:rPr lang="en-US"/>
            <a:t>Camera Integration &amp; Robustness Testing</a:t>
          </a:r>
        </a:p>
      </dgm:t>
    </dgm:pt>
    <dgm:pt modelId="{59A1D7C1-0486-4625-B04C-C6175A0DE108}" type="parTrans" cxnId="{DACE4EC1-EBDA-4DF5-9006-56C2201E0B49}">
      <dgm:prSet/>
      <dgm:spPr/>
      <dgm:t>
        <a:bodyPr/>
        <a:lstStyle/>
        <a:p>
          <a:endParaRPr lang="en-US"/>
        </a:p>
      </dgm:t>
    </dgm:pt>
    <dgm:pt modelId="{EB1B2570-4BBB-4E84-9B72-4BEA3003BE4E}" type="sibTrans" cxnId="{DACE4EC1-EBDA-4DF5-9006-56C2201E0B49}">
      <dgm:prSet/>
      <dgm:spPr/>
      <dgm:t>
        <a:bodyPr/>
        <a:lstStyle/>
        <a:p>
          <a:endParaRPr lang="en-US"/>
        </a:p>
      </dgm:t>
    </dgm:pt>
    <dgm:pt modelId="{9CF450DA-E142-4B2F-B96E-559CCB5A437D}">
      <dgm:prSet/>
      <dgm:spPr/>
      <dgm:t>
        <a:bodyPr/>
        <a:lstStyle/>
        <a:p>
          <a:pPr>
            <a:defRPr b="1"/>
          </a:pPr>
          <a:r>
            <a:rPr lang="en-US"/>
            <a:t>16 Oct.</a:t>
          </a:r>
        </a:p>
      </dgm:t>
    </dgm:pt>
    <dgm:pt modelId="{7EBB3A51-81E4-4195-8A95-75234C2B7DA7}" type="parTrans" cxnId="{2AF50D9C-E7A7-4F72-9BC1-51E930FA17D7}">
      <dgm:prSet/>
      <dgm:spPr/>
      <dgm:t>
        <a:bodyPr/>
        <a:lstStyle/>
        <a:p>
          <a:endParaRPr lang="en-US"/>
        </a:p>
      </dgm:t>
    </dgm:pt>
    <dgm:pt modelId="{61370AD4-82E5-41F7-BA57-0B2E0B0EFB2D}" type="sibTrans" cxnId="{2AF50D9C-E7A7-4F72-9BC1-51E930FA17D7}">
      <dgm:prSet/>
      <dgm:spPr/>
      <dgm:t>
        <a:bodyPr/>
        <a:lstStyle/>
        <a:p>
          <a:endParaRPr lang="en-US"/>
        </a:p>
      </dgm:t>
    </dgm:pt>
    <dgm:pt modelId="{CF9D12E5-F032-4682-A453-270A3771BAE8}">
      <dgm:prSet/>
      <dgm:spPr/>
      <dgm:t>
        <a:bodyPr/>
        <a:lstStyle/>
        <a:p>
          <a:r>
            <a:rPr lang="en-US"/>
            <a:t>Final Report</a:t>
          </a:r>
        </a:p>
      </dgm:t>
    </dgm:pt>
    <dgm:pt modelId="{D0EAF67A-BFC7-499B-94E6-6E54E72BA71D}" type="parTrans" cxnId="{110E19DC-42ED-471B-88A5-1FB6A7237166}">
      <dgm:prSet/>
      <dgm:spPr/>
      <dgm:t>
        <a:bodyPr/>
        <a:lstStyle/>
        <a:p>
          <a:endParaRPr lang="en-US"/>
        </a:p>
      </dgm:t>
    </dgm:pt>
    <dgm:pt modelId="{18837195-5F01-4CC2-A8EE-38ECC45D7B98}" type="sibTrans" cxnId="{110E19DC-42ED-471B-88A5-1FB6A7237166}">
      <dgm:prSet/>
      <dgm:spPr/>
      <dgm:t>
        <a:bodyPr/>
        <a:lstStyle/>
        <a:p>
          <a:endParaRPr lang="en-US"/>
        </a:p>
      </dgm:t>
    </dgm:pt>
    <dgm:pt modelId="{0EBED6EE-D79B-42B2-9B53-4B6D192DE9C5}" type="pres">
      <dgm:prSet presAssocID="{74CE571D-021E-401E-B0F2-AD275ED89227}" presName="root" presStyleCnt="0">
        <dgm:presLayoutVars>
          <dgm:chMax/>
          <dgm:chPref/>
          <dgm:animLvl val="lvl"/>
        </dgm:presLayoutVars>
      </dgm:prSet>
      <dgm:spPr/>
    </dgm:pt>
    <dgm:pt modelId="{216B68B3-44D7-4C38-9FA6-6AD5BA25C05C}" type="pres">
      <dgm:prSet presAssocID="{74CE571D-021E-401E-B0F2-AD275ED89227}" presName="divider" presStyleLbl="fgAcc1" presStyleIdx="0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1E174F9-53F3-4BB8-8585-55EBCCAF740B}" type="pres">
      <dgm:prSet presAssocID="{74CE571D-021E-401E-B0F2-AD275ED89227}" presName="nodes" presStyleCnt="0">
        <dgm:presLayoutVars>
          <dgm:chMax/>
          <dgm:chPref/>
          <dgm:animLvl val="lvl"/>
        </dgm:presLayoutVars>
      </dgm:prSet>
      <dgm:spPr/>
    </dgm:pt>
    <dgm:pt modelId="{4F70CE2F-AD38-437C-BF55-83DC51906468}" type="pres">
      <dgm:prSet presAssocID="{44ED262A-FD1C-47CD-B13A-E110193CC3EC}" presName="composite" presStyleCnt="0"/>
      <dgm:spPr/>
    </dgm:pt>
    <dgm:pt modelId="{CCFA5F8D-F0ED-47A5-8AD7-287DC07AC6EB}" type="pres">
      <dgm:prSet presAssocID="{44ED262A-FD1C-47CD-B13A-E110193CC3EC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4860709-D706-4476-8405-0ECBB45D5974}" type="pres">
      <dgm:prSet presAssocID="{44ED262A-FD1C-47CD-B13A-E110193CC3EC}" presName="DropPinPlaceHolder" presStyleCnt="0"/>
      <dgm:spPr/>
    </dgm:pt>
    <dgm:pt modelId="{A2E20625-9D21-446B-887B-2373E5A994E4}" type="pres">
      <dgm:prSet presAssocID="{44ED262A-FD1C-47CD-B13A-E110193CC3EC}" presName="DropPin" presStyleLbl="alignNode1" presStyleIdx="0" presStyleCnt="6"/>
      <dgm:spPr/>
    </dgm:pt>
    <dgm:pt modelId="{4446D335-66C2-4258-AA2B-BC57001546D9}" type="pres">
      <dgm:prSet presAssocID="{44ED262A-FD1C-47CD-B13A-E110193CC3EC}" presName="Ellipse" presStyleLbl="fgAcc1" presStyleIdx="1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3410BFFC-4BB8-4D7A-862A-6A46257FC33C}" type="pres">
      <dgm:prSet presAssocID="{44ED262A-FD1C-47CD-B13A-E110193CC3EC}" presName="L2TextContainer" presStyleLbl="revTx" presStyleIdx="0" presStyleCnt="12">
        <dgm:presLayoutVars>
          <dgm:bulletEnabled val="1"/>
        </dgm:presLayoutVars>
      </dgm:prSet>
      <dgm:spPr/>
    </dgm:pt>
    <dgm:pt modelId="{3E326EA9-7CFA-4995-9235-4E0BC876643B}" type="pres">
      <dgm:prSet presAssocID="{44ED262A-FD1C-47CD-B13A-E110193CC3EC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65F5119F-5DEB-4253-9068-34A9CB32FF2D}" type="pres">
      <dgm:prSet presAssocID="{44ED262A-FD1C-47CD-B13A-E110193CC3EC}" presName="ConnectLine" presStyleLbl="sibTrans1D1" presStyleIdx="0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7A679DCB-1D66-4FD5-B800-8D702D8F7717}" type="pres">
      <dgm:prSet presAssocID="{44ED262A-FD1C-47CD-B13A-E110193CC3EC}" presName="EmptyPlaceHolder" presStyleCnt="0"/>
      <dgm:spPr/>
    </dgm:pt>
    <dgm:pt modelId="{62A1FE49-23B2-4406-BE20-7D4CA7A5D347}" type="pres">
      <dgm:prSet presAssocID="{9C246D08-0E10-4059-8F0F-4EE1A3154832}" presName="spaceBetweenRectangles" presStyleCnt="0"/>
      <dgm:spPr/>
    </dgm:pt>
    <dgm:pt modelId="{75FB4D91-6B10-4DAD-B4A5-E4122AB2365E}" type="pres">
      <dgm:prSet presAssocID="{4DAD4E23-36AE-48B1-B8DA-E0652D6CDF4C}" presName="composite" presStyleCnt="0"/>
      <dgm:spPr/>
    </dgm:pt>
    <dgm:pt modelId="{A04D2600-2E30-4259-BA9A-736D9878093A}" type="pres">
      <dgm:prSet presAssocID="{4DAD4E23-36AE-48B1-B8DA-E0652D6CDF4C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89D89E6-90CB-4E8C-828B-B5DF4267500E}" type="pres">
      <dgm:prSet presAssocID="{4DAD4E23-36AE-48B1-B8DA-E0652D6CDF4C}" presName="DropPinPlaceHolder" presStyleCnt="0"/>
      <dgm:spPr/>
    </dgm:pt>
    <dgm:pt modelId="{355B6ED4-01EB-431A-9BA5-DE3F780C6BC8}" type="pres">
      <dgm:prSet presAssocID="{4DAD4E23-36AE-48B1-B8DA-E0652D6CDF4C}" presName="DropPin" presStyleLbl="alignNode1" presStyleIdx="1" presStyleCnt="6"/>
      <dgm:spPr/>
    </dgm:pt>
    <dgm:pt modelId="{69514645-8963-4F89-9801-D759326732CF}" type="pres">
      <dgm:prSet presAssocID="{4DAD4E23-36AE-48B1-B8DA-E0652D6CDF4C}" presName="Ellipse" presStyleLbl="fgAcc1" presStyleIdx="2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ECDF9EB-E5A6-4B46-A77E-E46556C955E9}" type="pres">
      <dgm:prSet presAssocID="{4DAD4E23-36AE-48B1-B8DA-E0652D6CDF4C}" presName="L2TextContainer" presStyleLbl="revTx" presStyleIdx="2" presStyleCnt="12">
        <dgm:presLayoutVars>
          <dgm:bulletEnabled val="1"/>
        </dgm:presLayoutVars>
      </dgm:prSet>
      <dgm:spPr/>
    </dgm:pt>
    <dgm:pt modelId="{AE9E181E-F020-4B98-B7E2-C37A0CB97DA6}" type="pres">
      <dgm:prSet presAssocID="{4DAD4E23-36AE-48B1-B8DA-E0652D6CDF4C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B488198C-C9FF-43C8-B96B-10A3DFACF116}" type="pres">
      <dgm:prSet presAssocID="{4DAD4E23-36AE-48B1-B8DA-E0652D6CDF4C}" presName="ConnectLine" presStyleLbl="sibTrans1D1" presStyleIdx="1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2E7E3D4-3492-4EB9-9C15-4D82D854FACF}" type="pres">
      <dgm:prSet presAssocID="{4DAD4E23-36AE-48B1-B8DA-E0652D6CDF4C}" presName="EmptyPlaceHolder" presStyleCnt="0"/>
      <dgm:spPr/>
    </dgm:pt>
    <dgm:pt modelId="{A5107B45-B961-44E2-A943-939128E74C0C}" type="pres">
      <dgm:prSet presAssocID="{C332D171-3452-46BB-95EE-CF8837DE95DB}" presName="spaceBetweenRectangles" presStyleCnt="0"/>
      <dgm:spPr/>
    </dgm:pt>
    <dgm:pt modelId="{F8C9008D-D206-4FB4-AF86-883E80BBE906}" type="pres">
      <dgm:prSet presAssocID="{654EB5AE-7D25-47DA-AD24-47A4E348D040}" presName="composite" presStyleCnt="0"/>
      <dgm:spPr/>
    </dgm:pt>
    <dgm:pt modelId="{CC8AC27D-58E8-4769-83EC-CE963328C9BE}" type="pres">
      <dgm:prSet presAssocID="{654EB5AE-7D25-47DA-AD24-47A4E348D040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912C39-ED2C-4B97-A9D2-8D449F92BC6F}" type="pres">
      <dgm:prSet presAssocID="{654EB5AE-7D25-47DA-AD24-47A4E348D040}" presName="DropPinPlaceHolder" presStyleCnt="0"/>
      <dgm:spPr/>
    </dgm:pt>
    <dgm:pt modelId="{693AC941-0483-4B84-A74F-0E4D3F8A92B6}" type="pres">
      <dgm:prSet presAssocID="{654EB5AE-7D25-47DA-AD24-47A4E348D040}" presName="DropPin" presStyleLbl="alignNode1" presStyleIdx="2" presStyleCnt="6"/>
      <dgm:spPr/>
    </dgm:pt>
    <dgm:pt modelId="{51F51436-D8E8-4835-9E43-FCC615E604D0}" type="pres">
      <dgm:prSet presAssocID="{654EB5AE-7D25-47DA-AD24-47A4E348D040}" presName="Ellipse" presStyleLbl="fgAcc1" presStyleIdx="3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A234AB2-1AB0-492E-926C-A35CBD5588A5}" type="pres">
      <dgm:prSet presAssocID="{654EB5AE-7D25-47DA-AD24-47A4E348D040}" presName="L2TextContainer" presStyleLbl="revTx" presStyleIdx="4" presStyleCnt="12">
        <dgm:presLayoutVars>
          <dgm:bulletEnabled val="1"/>
        </dgm:presLayoutVars>
      </dgm:prSet>
      <dgm:spPr/>
    </dgm:pt>
    <dgm:pt modelId="{06D3DAD8-1AEE-4FC3-A58A-46F9B06CF5A8}" type="pres">
      <dgm:prSet presAssocID="{654EB5AE-7D25-47DA-AD24-47A4E348D040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9AC29EF7-0A3D-4FF7-B2FA-CE81F37A5342}" type="pres">
      <dgm:prSet presAssocID="{654EB5AE-7D25-47DA-AD24-47A4E348D040}" presName="ConnectLine" presStyleLbl="sibTrans1D1" presStyleIdx="2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D822D95-D6A8-47F2-8BB8-B1E851BCF233}" type="pres">
      <dgm:prSet presAssocID="{654EB5AE-7D25-47DA-AD24-47A4E348D040}" presName="EmptyPlaceHolder" presStyleCnt="0"/>
      <dgm:spPr/>
    </dgm:pt>
    <dgm:pt modelId="{0B69C7CF-A992-4356-A4E8-EA7570791BC4}" type="pres">
      <dgm:prSet presAssocID="{2E0AEBA3-AE92-4A24-8581-94F5F8BD0216}" presName="spaceBetweenRectangles" presStyleCnt="0"/>
      <dgm:spPr/>
    </dgm:pt>
    <dgm:pt modelId="{56D24275-D232-43E5-829B-27FBA276E3C4}" type="pres">
      <dgm:prSet presAssocID="{F3F23E44-B987-4665-82D4-2C9709B98CD0}" presName="composite" presStyleCnt="0"/>
      <dgm:spPr/>
    </dgm:pt>
    <dgm:pt modelId="{DE49BC75-B7FB-4A2B-9DDD-1C227C20629E}" type="pres">
      <dgm:prSet presAssocID="{F3F23E44-B987-4665-82D4-2C9709B98CD0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7AFC236-ED77-4798-9F1E-FDD64357C80E}" type="pres">
      <dgm:prSet presAssocID="{F3F23E44-B987-4665-82D4-2C9709B98CD0}" presName="DropPinPlaceHolder" presStyleCnt="0"/>
      <dgm:spPr/>
    </dgm:pt>
    <dgm:pt modelId="{EA77B878-0E9E-49FA-A5EC-4E574EF44685}" type="pres">
      <dgm:prSet presAssocID="{F3F23E44-B987-4665-82D4-2C9709B98CD0}" presName="DropPin" presStyleLbl="alignNode1" presStyleIdx="3" presStyleCnt="6"/>
      <dgm:spPr/>
    </dgm:pt>
    <dgm:pt modelId="{E1B1FBFB-783D-4DCB-B231-E103C0EC4952}" type="pres">
      <dgm:prSet presAssocID="{F3F23E44-B987-4665-82D4-2C9709B98CD0}" presName="Ellipse" presStyleLbl="fgAcc1" presStyleIdx="4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8D1E1B0-A51C-41DE-B23D-A55EBE8A8BAC}" type="pres">
      <dgm:prSet presAssocID="{F3F23E44-B987-4665-82D4-2C9709B98CD0}" presName="L2TextContainer" presStyleLbl="revTx" presStyleIdx="6" presStyleCnt="12">
        <dgm:presLayoutVars>
          <dgm:bulletEnabled val="1"/>
        </dgm:presLayoutVars>
      </dgm:prSet>
      <dgm:spPr/>
    </dgm:pt>
    <dgm:pt modelId="{4B1DC0B5-E45A-4EA3-BC35-5EE23E170A7C}" type="pres">
      <dgm:prSet presAssocID="{F3F23E44-B987-4665-82D4-2C9709B98CD0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4AE3631D-C0E2-4A26-8BF7-A5439E1E41D4}" type="pres">
      <dgm:prSet presAssocID="{F3F23E44-B987-4665-82D4-2C9709B98CD0}" presName="ConnectLine" presStyleLbl="sibTrans1D1" presStyleIdx="3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3626DA7-BB8B-43A9-BD19-105ACF801DC8}" type="pres">
      <dgm:prSet presAssocID="{F3F23E44-B987-4665-82D4-2C9709B98CD0}" presName="EmptyPlaceHolder" presStyleCnt="0"/>
      <dgm:spPr/>
    </dgm:pt>
    <dgm:pt modelId="{5490814C-F318-49EE-AD2D-B6255374A36D}" type="pres">
      <dgm:prSet presAssocID="{2F761B7C-0467-471B-BF00-9AC912794307}" presName="spaceBetweenRectangles" presStyleCnt="0"/>
      <dgm:spPr/>
    </dgm:pt>
    <dgm:pt modelId="{04E97565-623F-4381-B3B0-F1F5BE6FEFD6}" type="pres">
      <dgm:prSet presAssocID="{D59BBC98-D8D6-4BE8-937C-4BBBDBEB82A9}" presName="composite" presStyleCnt="0"/>
      <dgm:spPr/>
    </dgm:pt>
    <dgm:pt modelId="{C7B69078-E62D-4435-B5E5-4B0C6FF3FC97}" type="pres">
      <dgm:prSet presAssocID="{D59BBC98-D8D6-4BE8-937C-4BBBDBEB82A9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40E6935-BAB6-4476-8716-499229693B4E}" type="pres">
      <dgm:prSet presAssocID="{D59BBC98-D8D6-4BE8-937C-4BBBDBEB82A9}" presName="DropPinPlaceHolder" presStyleCnt="0"/>
      <dgm:spPr/>
    </dgm:pt>
    <dgm:pt modelId="{39B5793A-9D34-4DA0-AD65-12C676F37C6B}" type="pres">
      <dgm:prSet presAssocID="{D59BBC98-D8D6-4BE8-937C-4BBBDBEB82A9}" presName="DropPin" presStyleLbl="alignNode1" presStyleIdx="4" presStyleCnt="6"/>
      <dgm:spPr/>
    </dgm:pt>
    <dgm:pt modelId="{41C781DF-7EEE-4C43-87F7-40CB09CD3B04}" type="pres">
      <dgm:prSet presAssocID="{D59BBC98-D8D6-4BE8-937C-4BBBDBEB82A9}" presName="Ellipse" presStyleLbl="fgAcc1" presStyleIdx="5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40A6577C-49B0-4C68-8F57-DCB175ABBB84}" type="pres">
      <dgm:prSet presAssocID="{D59BBC98-D8D6-4BE8-937C-4BBBDBEB82A9}" presName="L2TextContainer" presStyleLbl="revTx" presStyleIdx="8" presStyleCnt="12">
        <dgm:presLayoutVars>
          <dgm:bulletEnabled val="1"/>
        </dgm:presLayoutVars>
      </dgm:prSet>
      <dgm:spPr/>
    </dgm:pt>
    <dgm:pt modelId="{B186A417-7677-45B2-915E-1AFC693C5869}" type="pres">
      <dgm:prSet presAssocID="{D59BBC98-D8D6-4BE8-937C-4BBBDBEB82A9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8013585F-B2B9-4F7B-93F8-F5DE29C86C06}" type="pres">
      <dgm:prSet presAssocID="{D59BBC98-D8D6-4BE8-937C-4BBBDBEB82A9}" presName="ConnectLine" presStyleLbl="sibTrans1D1" presStyleIdx="4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BE62559-1E99-48D9-B535-CA9810756809}" type="pres">
      <dgm:prSet presAssocID="{D59BBC98-D8D6-4BE8-937C-4BBBDBEB82A9}" presName="EmptyPlaceHolder" presStyleCnt="0"/>
      <dgm:spPr/>
    </dgm:pt>
    <dgm:pt modelId="{3D3299EC-1C33-4FE9-8145-D65436CA6E5A}" type="pres">
      <dgm:prSet presAssocID="{0B6B2742-53E4-41D4-8A67-BE00AF6454D4}" presName="spaceBetweenRectangles" presStyleCnt="0"/>
      <dgm:spPr/>
    </dgm:pt>
    <dgm:pt modelId="{752CDD8A-58DB-434E-88C2-358C04C7AB1C}" type="pres">
      <dgm:prSet presAssocID="{9CF450DA-E142-4B2F-B96E-559CCB5A437D}" presName="composite" presStyleCnt="0"/>
      <dgm:spPr/>
    </dgm:pt>
    <dgm:pt modelId="{A74F0EA6-CA28-4A30-A801-14C6911BA7F9}" type="pres">
      <dgm:prSet presAssocID="{9CF450DA-E142-4B2F-B96E-559CCB5A437D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D6EEE63-AA34-472C-89F2-21C8C6B87928}" type="pres">
      <dgm:prSet presAssocID="{9CF450DA-E142-4B2F-B96E-559CCB5A437D}" presName="DropPinPlaceHolder" presStyleCnt="0"/>
      <dgm:spPr/>
    </dgm:pt>
    <dgm:pt modelId="{B49CCAFD-A670-4392-A4C5-24FC85AB2BBA}" type="pres">
      <dgm:prSet presAssocID="{9CF450DA-E142-4B2F-B96E-559CCB5A437D}" presName="DropPin" presStyleLbl="alignNode1" presStyleIdx="5" presStyleCnt="6"/>
      <dgm:spPr/>
    </dgm:pt>
    <dgm:pt modelId="{0AAA4FE2-7DE2-481E-83CF-7F4FBFB748AF}" type="pres">
      <dgm:prSet presAssocID="{9CF450DA-E142-4B2F-B96E-559CCB5A437D}" presName="Ellipse" presStyleLbl="fgAcc1" presStyleIdx="6" presStyleCnt="7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D0C0EFA-E70E-4A5A-B8B4-55D20EA6A903}" type="pres">
      <dgm:prSet presAssocID="{9CF450DA-E142-4B2F-B96E-559CCB5A437D}" presName="L2TextContainer" presStyleLbl="revTx" presStyleIdx="10" presStyleCnt="12">
        <dgm:presLayoutVars>
          <dgm:bulletEnabled val="1"/>
        </dgm:presLayoutVars>
      </dgm:prSet>
      <dgm:spPr/>
    </dgm:pt>
    <dgm:pt modelId="{011DB81B-525B-4280-837E-6DF75CA9F172}" type="pres">
      <dgm:prSet presAssocID="{9CF450DA-E142-4B2F-B96E-559CCB5A437D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3D0FE9B9-E1EC-45AE-B88A-66E7A6FA49EB}" type="pres">
      <dgm:prSet presAssocID="{9CF450DA-E142-4B2F-B96E-559CCB5A437D}" presName="ConnectLine" presStyleLbl="sibTrans1D1" presStyleIdx="5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3079015-BDCB-404A-81F7-8BF522F4AD5F}" type="pres">
      <dgm:prSet presAssocID="{9CF450DA-E142-4B2F-B96E-559CCB5A437D}" presName="EmptyPlaceHolder" presStyleCnt="0"/>
      <dgm:spPr/>
    </dgm:pt>
  </dgm:ptLst>
  <dgm:cxnLst>
    <dgm:cxn modelId="{346A4707-26A0-49C0-8A6B-B8A02B4C1C53}" type="presOf" srcId="{DC58FEDA-0B28-4F35-9A64-657CE1F73C0A}" destId="{3410BFFC-4BB8-4D7A-862A-6A46257FC33C}" srcOrd="0" destOrd="0" presId="urn:microsoft.com/office/officeart/2017/3/layout/DropPinTimeline"/>
    <dgm:cxn modelId="{5F50B910-779F-442B-9947-FF83A09E7C7F}" srcId="{654EB5AE-7D25-47DA-AD24-47A4E348D040}" destId="{BDD1CE13-2D9A-41EE-9469-87EA8152D856}" srcOrd="0" destOrd="0" parTransId="{A917FA3D-5E9F-40AD-9082-0A432801FC0E}" sibTransId="{0577899B-8FEB-49F2-BE8A-DF086672AA1D}"/>
    <dgm:cxn modelId="{EDA83A15-76FA-443E-8A07-2E68012149E8}" type="presOf" srcId="{E6E36F6C-D4CC-4E83-98F9-3AB676CBA076}" destId="{E8D1E1B0-A51C-41DE-B23D-A55EBE8A8BAC}" srcOrd="0" destOrd="0" presId="urn:microsoft.com/office/officeart/2017/3/layout/DropPinTimeline"/>
    <dgm:cxn modelId="{6C2E5E16-D25D-485C-BB9A-A87F555367E0}" type="presOf" srcId="{F3F23E44-B987-4665-82D4-2C9709B98CD0}" destId="{4B1DC0B5-E45A-4EA3-BC35-5EE23E170A7C}" srcOrd="0" destOrd="0" presId="urn:microsoft.com/office/officeart/2017/3/layout/DropPinTimeline"/>
    <dgm:cxn modelId="{0E1F1F28-B539-4865-BD49-46E78FCD9612}" type="presOf" srcId="{9CF450DA-E142-4B2F-B96E-559CCB5A437D}" destId="{011DB81B-525B-4280-837E-6DF75CA9F172}" srcOrd="0" destOrd="0" presId="urn:microsoft.com/office/officeart/2017/3/layout/DropPinTimeline"/>
    <dgm:cxn modelId="{F0FFD231-17AE-4B88-9AB7-3D49B00ACA84}" type="presOf" srcId="{654EB5AE-7D25-47DA-AD24-47A4E348D040}" destId="{06D3DAD8-1AEE-4FC3-A58A-46F9B06CF5A8}" srcOrd="0" destOrd="0" presId="urn:microsoft.com/office/officeart/2017/3/layout/DropPinTimeline"/>
    <dgm:cxn modelId="{7C1B4335-048E-456F-B6F5-F582EDFB01FF}" srcId="{74CE571D-021E-401E-B0F2-AD275ED89227}" destId="{D59BBC98-D8D6-4BE8-937C-4BBBDBEB82A9}" srcOrd="4" destOrd="0" parTransId="{462A1767-1009-4B0D-A974-E8DA619B0D3D}" sibTransId="{0B6B2742-53E4-41D4-8A67-BE00AF6454D4}"/>
    <dgm:cxn modelId="{6F8B8939-9645-48BD-B659-D9FF815152E8}" srcId="{74CE571D-021E-401E-B0F2-AD275ED89227}" destId="{F3F23E44-B987-4665-82D4-2C9709B98CD0}" srcOrd="3" destOrd="0" parTransId="{B0A49059-D7DE-4DBD-89C6-2BBD44E51D57}" sibTransId="{2F761B7C-0467-471B-BF00-9AC912794307}"/>
    <dgm:cxn modelId="{85CFA65D-165B-45A7-BCFB-A667042FDEC1}" type="presOf" srcId="{89D77420-5AF7-42E1-BF07-484E5CCC4C4A}" destId="{40A6577C-49B0-4C68-8F57-DCB175ABBB84}" srcOrd="0" destOrd="0" presId="urn:microsoft.com/office/officeart/2017/3/layout/DropPinTimeline"/>
    <dgm:cxn modelId="{F907A264-984E-4644-8137-C0195E0988AB}" type="presOf" srcId="{D59BBC98-D8D6-4BE8-937C-4BBBDBEB82A9}" destId="{B186A417-7677-45B2-915E-1AFC693C5869}" srcOrd="0" destOrd="0" presId="urn:microsoft.com/office/officeart/2017/3/layout/DropPinTimeline"/>
    <dgm:cxn modelId="{1F2CC44A-40F8-40B4-A9EC-348897A59A7E}" type="presOf" srcId="{BDD1CE13-2D9A-41EE-9469-87EA8152D856}" destId="{FA234AB2-1AB0-492E-926C-A35CBD5588A5}" srcOrd="0" destOrd="0" presId="urn:microsoft.com/office/officeart/2017/3/layout/DropPinTimeline"/>
    <dgm:cxn modelId="{E0BDEE4D-1DB0-4D31-A1A7-884B4D2A81E8}" type="presOf" srcId="{4DAD4E23-36AE-48B1-B8DA-E0652D6CDF4C}" destId="{AE9E181E-F020-4B98-B7E2-C37A0CB97DA6}" srcOrd="0" destOrd="0" presId="urn:microsoft.com/office/officeart/2017/3/layout/DropPinTimeline"/>
    <dgm:cxn modelId="{5261D254-5B94-41E1-8E36-6D729F00B0AA}" srcId="{4DAD4E23-36AE-48B1-B8DA-E0652D6CDF4C}" destId="{9AE9FC9A-3511-49DB-9A9C-4BDE4644372D}" srcOrd="0" destOrd="0" parTransId="{6ECB5594-0EBC-4433-B03D-CA4C21D1D4C3}" sibTransId="{BEB93B0D-CD26-4E31-9B44-083D2790EB6D}"/>
    <dgm:cxn modelId="{05D4B758-0856-4CE8-B1A7-0BB1DE966D39}" type="presOf" srcId="{9AE9FC9A-3511-49DB-9A9C-4BDE4644372D}" destId="{0ECDF9EB-E5A6-4B46-A77E-E46556C955E9}" srcOrd="0" destOrd="0" presId="urn:microsoft.com/office/officeart/2017/3/layout/DropPinTimeline"/>
    <dgm:cxn modelId="{1459A68E-94C8-428F-943C-6A220D34E0AE}" srcId="{74CE571D-021E-401E-B0F2-AD275ED89227}" destId="{4DAD4E23-36AE-48B1-B8DA-E0652D6CDF4C}" srcOrd="1" destOrd="0" parTransId="{071029C3-7541-4FAC-8914-9EBEB413F136}" sibTransId="{C332D171-3452-46BB-95EE-CF8837DE95DB}"/>
    <dgm:cxn modelId="{32577D98-22D2-4F4B-AF34-E44F1F2FBC70}" srcId="{44ED262A-FD1C-47CD-B13A-E110193CC3EC}" destId="{DC58FEDA-0B28-4F35-9A64-657CE1F73C0A}" srcOrd="0" destOrd="0" parTransId="{5B845C65-B8FF-4695-9E61-A70DBBD88B8D}" sibTransId="{2A927568-1B9C-4398-85F1-E581A3B19BA9}"/>
    <dgm:cxn modelId="{2AF50D9C-E7A7-4F72-9BC1-51E930FA17D7}" srcId="{74CE571D-021E-401E-B0F2-AD275ED89227}" destId="{9CF450DA-E142-4B2F-B96E-559CCB5A437D}" srcOrd="5" destOrd="0" parTransId="{7EBB3A51-81E4-4195-8A95-75234C2B7DA7}" sibTransId="{61370AD4-82E5-41F7-BA57-0B2E0B0EFB2D}"/>
    <dgm:cxn modelId="{7F77CFA0-A180-49E3-AF00-2BF728EBC43C}" srcId="{74CE571D-021E-401E-B0F2-AD275ED89227}" destId="{44ED262A-FD1C-47CD-B13A-E110193CC3EC}" srcOrd="0" destOrd="0" parTransId="{9FDAD159-36EB-4DA6-AD01-C6BE65260794}" sibTransId="{9C246D08-0E10-4059-8F0F-4EE1A3154832}"/>
    <dgm:cxn modelId="{BB7F8CAB-CCB4-4780-85BC-C7FFF12A18FF}" type="presOf" srcId="{44ED262A-FD1C-47CD-B13A-E110193CC3EC}" destId="{3E326EA9-7CFA-4995-9235-4E0BC876643B}" srcOrd="0" destOrd="0" presId="urn:microsoft.com/office/officeart/2017/3/layout/DropPinTimeline"/>
    <dgm:cxn modelId="{F2A62FB7-F3A6-4CAA-A333-F4F61F41F940}" srcId="{F3F23E44-B987-4665-82D4-2C9709B98CD0}" destId="{E6E36F6C-D4CC-4E83-98F9-3AB676CBA076}" srcOrd="0" destOrd="0" parTransId="{EF3B31F7-6B84-4F9F-A78D-0E7929018DC0}" sibTransId="{860848E7-86A8-4872-8CE1-33683F939E2E}"/>
    <dgm:cxn modelId="{DACE4EC1-EBDA-4DF5-9006-56C2201E0B49}" srcId="{D59BBC98-D8D6-4BE8-937C-4BBBDBEB82A9}" destId="{89D77420-5AF7-42E1-BF07-484E5CCC4C4A}" srcOrd="0" destOrd="0" parTransId="{59A1D7C1-0486-4625-B04C-C6175A0DE108}" sibTransId="{EB1B2570-4BBB-4E84-9B72-4BEA3003BE4E}"/>
    <dgm:cxn modelId="{904280CE-0A1C-417E-847C-26E7F1D558A1}" type="presOf" srcId="{74CE571D-021E-401E-B0F2-AD275ED89227}" destId="{0EBED6EE-D79B-42B2-9B53-4B6D192DE9C5}" srcOrd="0" destOrd="0" presId="urn:microsoft.com/office/officeart/2017/3/layout/DropPinTimeline"/>
    <dgm:cxn modelId="{4F0081D1-7EB4-405F-85A0-0624CB6EE16F}" type="presOf" srcId="{CF9D12E5-F032-4682-A453-270A3771BAE8}" destId="{1D0C0EFA-E70E-4A5A-B8B4-55D20EA6A903}" srcOrd="0" destOrd="0" presId="urn:microsoft.com/office/officeart/2017/3/layout/DropPinTimeline"/>
    <dgm:cxn modelId="{110E19DC-42ED-471B-88A5-1FB6A7237166}" srcId="{9CF450DA-E142-4B2F-B96E-559CCB5A437D}" destId="{CF9D12E5-F032-4682-A453-270A3771BAE8}" srcOrd="0" destOrd="0" parTransId="{D0EAF67A-BFC7-499B-94E6-6E54E72BA71D}" sibTransId="{18837195-5F01-4CC2-A8EE-38ECC45D7B98}"/>
    <dgm:cxn modelId="{E894BBDC-56BF-4DD9-9A09-0FB391CF2B52}" srcId="{74CE571D-021E-401E-B0F2-AD275ED89227}" destId="{654EB5AE-7D25-47DA-AD24-47A4E348D040}" srcOrd="2" destOrd="0" parTransId="{155DB6C7-BA72-4FDA-8BC6-C714FEBC6C56}" sibTransId="{2E0AEBA3-AE92-4A24-8581-94F5F8BD0216}"/>
    <dgm:cxn modelId="{93CA9D10-0BCE-45CA-BAAE-D2D03D80EE13}" type="presParOf" srcId="{0EBED6EE-D79B-42B2-9B53-4B6D192DE9C5}" destId="{216B68B3-44D7-4C38-9FA6-6AD5BA25C05C}" srcOrd="0" destOrd="0" presId="urn:microsoft.com/office/officeart/2017/3/layout/DropPinTimeline"/>
    <dgm:cxn modelId="{F22892BA-7CF2-42B8-865E-B1EE22BAD73D}" type="presParOf" srcId="{0EBED6EE-D79B-42B2-9B53-4B6D192DE9C5}" destId="{E1E174F9-53F3-4BB8-8585-55EBCCAF740B}" srcOrd="1" destOrd="0" presId="urn:microsoft.com/office/officeart/2017/3/layout/DropPinTimeline"/>
    <dgm:cxn modelId="{C251EB96-582B-4497-8E78-5CAA27FFE0DF}" type="presParOf" srcId="{E1E174F9-53F3-4BB8-8585-55EBCCAF740B}" destId="{4F70CE2F-AD38-437C-BF55-83DC51906468}" srcOrd="0" destOrd="0" presId="urn:microsoft.com/office/officeart/2017/3/layout/DropPinTimeline"/>
    <dgm:cxn modelId="{A6EA0B99-45D9-468A-BE3C-01D293E23F04}" type="presParOf" srcId="{4F70CE2F-AD38-437C-BF55-83DC51906468}" destId="{CCFA5F8D-F0ED-47A5-8AD7-287DC07AC6EB}" srcOrd="0" destOrd="0" presId="urn:microsoft.com/office/officeart/2017/3/layout/DropPinTimeline"/>
    <dgm:cxn modelId="{1E163622-9B58-4473-8CE3-09C1E360C07A}" type="presParOf" srcId="{4F70CE2F-AD38-437C-BF55-83DC51906468}" destId="{74860709-D706-4476-8405-0ECBB45D5974}" srcOrd="1" destOrd="0" presId="urn:microsoft.com/office/officeart/2017/3/layout/DropPinTimeline"/>
    <dgm:cxn modelId="{38D981AE-DEB7-4E5D-898B-AF9B15AD3421}" type="presParOf" srcId="{74860709-D706-4476-8405-0ECBB45D5974}" destId="{A2E20625-9D21-446B-887B-2373E5A994E4}" srcOrd="0" destOrd="0" presId="urn:microsoft.com/office/officeart/2017/3/layout/DropPinTimeline"/>
    <dgm:cxn modelId="{298C2B47-CE6A-4552-BB69-F5D305867E46}" type="presParOf" srcId="{74860709-D706-4476-8405-0ECBB45D5974}" destId="{4446D335-66C2-4258-AA2B-BC57001546D9}" srcOrd="1" destOrd="0" presId="urn:microsoft.com/office/officeart/2017/3/layout/DropPinTimeline"/>
    <dgm:cxn modelId="{500BB212-0CCB-4362-9E13-D7B98FA071A6}" type="presParOf" srcId="{4F70CE2F-AD38-437C-BF55-83DC51906468}" destId="{3410BFFC-4BB8-4D7A-862A-6A46257FC33C}" srcOrd="2" destOrd="0" presId="urn:microsoft.com/office/officeart/2017/3/layout/DropPinTimeline"/>
    <dgm:cxn modelId="{C01FD2AA-1BEA-4746-9C4B-A1325087C75D}" type="presParOf" srcId="{4F70CE2F-AD38-437C-BF55-83DC51906468}" destId="{3E326EA9-7CFA-4995-9235-4E0BC876643B}" srcOrd="3" destOrd="0" presId="urn:microsoft.com/office/officeart/2017/3/layout/DropPinTimeline"/>
    <dgm:cxn modelId="{829FCA85-B67A-45A0-BB86-A40510492212}" type="presParOf" srcId="{4F70CE2F-AD38-437C-BF55-83DC51906468}" destId="{65F5119F-5DEB-4253-9068-34A9CB32FF2D}" srcOrd="4" destOrd="0" presId="urn:microsoft.com/office/officeart/2017/3/layout/DropPinTimeline"/>
    <dgm:cxn modelId="{6890B7C9-3C39-4279-B556-E1F75DC3020F}" type="presParOf" srcId="{4F70CE2F-AD38-437C-BF55-83DC51906468}" destId="{7A679DCB-1D66-4FD5-B800-8D702D8F7717}" srcOrd="5" destOrd="0" presId="urn:microsoft.com/office/officeart/2017/3/layout/DropPinTimeline"/>
    <dgm:cxn modelId="{CD44CCEB-8352-4E84-9C99-21E246A9020F}" type="presParOf" srcId="{E1E174F9-53F3-4BB8-8585-55EBCCAF740B}" destId="{62A1FE49-23B2-4406-BE20-7D4CA7A5D347}" srcOrd="1" destOrd="0" presId="urn:microsoft.com/office/officeart/2017/3/layout/DropPinTimeline"/>
    <dgm:cxn modelId="{00A975BA-6795-4ABA-9643-B1EBF5682F6B}" type="presParOf" srcId="{E1E174F9-53F3-4BB8-8585-55EBCCAF740B}" destId="{75FB4D91-6B10-4DAD-B4A5-E4122AB2365E}" srcOrd="2" destOrd="0" presId="urn:microsoft.com/office/officeart/2017/3/layout/DropPinTimeline"/>
    <dgm:cxn modelId="{AB27267C-AF74-492C-8E8D-24E59D1E9EC8}" type="presParOf" srcId="{75FB4D91-6B10-4DAD-B4A5-E4122AB2365E}" destId="{A04D2600-2E30-4259-BA9A-736D9878093A}" srcOrd="0" destOrd="0" presId="urn:microsoft.com/office/officeart/2017/3/layout/DropPinTimeline"/>
    <dgm:cxn modelId="{BE965315-91CA-4FD5-9801-750BB91891C9}" type="presParOf" srcId="{75FB4D91-6B10-4DAD-B4A5-E4122AB2365E}" destId="{C89D89E6-90CB-4E8C-828B-B5DF4267500E}" srcOrd="1" destOrd="0" presId="urn:microsoft.com/office/officeart/2017/3/layout/DropPinTimeline"/>
    <dgm:cxn modelId="{DFE37F77-0D60-4E7D-ABF2-7C42AFE5450F}" type="presParOf" srcId="{C89D89E6-90CB-4E8C-828B-B5DF4267500E}" destId="{355B6ED4-01EB-431A-9BA5-DE3F780C6BC8}" srcOrd="0" destOrd="0" presId="urn:microsoft.com/office/officeart/2017/3/layout/DropPinTimeline"/>
    <dgm:cxn modelId="{296A0A80-079F-4AF1-B3DA-DD27BB7A4E60}" type="presParOf" srcId="{C89D89E6-90CB-4E8C-828B-B5DF4267500E}" destId="{69514645-8963-4F89-9801-D759326732CF}" srcOrd="1" destOrd="0" presId="urn:microsoft.com/office/officeart/2017/3/layout/DropPinTimeline"/>
    <dgm:cxn modelId="{1EB0B190-CCB9-4533-8C86-95C8F9D02F10}" type="presParOf" srcId="{75FB4D91-6B10-4DAD-B4A5-E4122AB2365E}" destId="{0ECDF9EB-E5A6-4B46-A77E-E46556C955E9}" srcOrd="2" destOrd="0" presId="urn:microsoft.com/office/officeart/2017/3/layout/DropPinTimeline"/>
    <dgm:cxn modelId="{6AA9612E-7627-4BB9-BC3D-E951DBC2E98F}" type="presParOf" srcId="{75FB4D91-6B10-4DAD-B4A5-E4122AB2365E}" destId="{AE9E181E-F020-4B98-B7E2-C37A0CB97DA6}" srcOrd="3" destOrd="0" presId="urn:microsoft.com/office/officeart/2017/3/layout/DropPinTimeline"/>
    <dgm:cxn modelId="{81631AEA-5111-4BB3-B1AD-80FB376D8FB3}" type="presParOf" srcId="{75FB4D91-6B10-4DAD-B4A5-E4122AB2365E}" destId="{B488198C-C9FF-43C8-B96B-10A3DFACF116}" srcOrd="4" destOrd="0" presId="urn:microsoft.com/office/officeart/2017/3/layout/DropPinTimeline"/>
    <dgm:cxn modelId="{82CEA68C-3C0A-47FA-8684-4BC86DB263EA}" type="presParOf" srcId="{75FB4D91-6B10-4DAD-B4A5-E4122AB2365E}" destId="{92E7E3D4-3492-4EB9-9C15-4D82D854FACF}" srcOrd="5" destOrd="0" presId="urn:microsoft.com/office/officeart/2017/3/layout/DropPinTimeline"/>
    <dgm:cxn modelId="{9A0A2FAA-7447-4958-988C-79244D0FE539}" type="presParOf" srcId="{E1E174F9-53F3-4BB8-8585-55EBCCAF740B}" destId="{A5107B45-B961-44E2-A943-939128E74C0C}" srcOrd="3" destOrd="0" presId="urn:microsoft.com/office/officeart/2017/3/layout/DropPinTimeline"/>
    <dgm:cxn modelId="{31D0817E-9348-42C7-B56E-C978982C9E6C}" type="presParOf" srcId="{E1E174F9-53F3-4BB8-8585-55EBCCAF740B}" destId="{F8C9008D-D206-4FB4-AF86-883E80BBE906}" srcOrd="4" destOrd="0" presId="urn:microsoft.com/office/officeart/2017/3/layout/DropPinTimeline"/>
    <dgm:cxn modelId="{C8F3FADD-5E72-42E5-AC51-6BE2172018BD}" type="presParOf" srcId="{F8C9008D-D206-4FB4-AF86-883E80BBE906}" destId="{CC8AC27D-58E8-4769-83EC-CE963328C9BE}" srcOrd="0" destOrd="0" presId="urn:microsoft.com/office/officeart/2017/3/layout/DropPinTimeline"/>
    <dgm:cxn modelId="{AD0E0C22-6285-44D5-BD1F-9203043644A1}" type="presParOf" srcId="{F8C9008D-D206-4FB4-AF86-883E80BBE906}" destId="{62912C39-ED2C-4B97-A9D2-8D449F92BC6F}" srcOrd="1" destOrd="0" presId="urn:microsoft.com/office/officeart/2017/3/layout/DropPinTimeline"/>
    <dgm:cxn modelId="{610DE7A3-7052-4AA9-ADE9-991F1B2CAD30}" type="presParOf" srcId="{62912C39-ED2C-4B97-A9D2-8D449F92BC6F}" destId="{693AC941-0483-4B84-A74F-0E4D3F8A92B6}" srcOrd="0" destOrd="0" presId="urn:microsoft.com/office/officeart/2017/3/layout/DropPinTimeline"/>
    <dgm:cxn modelId="{B40E401B-8AB6-4145-855D-B820BD724119}" type="presParOf" srcId="{62912C39-ED2C-4B97-A9D2-8D449F92BC6F}" destId="{51F51436-D8E8-4835-9E43-FCC615E604D0}" srcOrd="1" destOrd="0" presId="urn:microsoft.com/office/officeart/2017/3/layout/DropPinTimeline"/>
    <dgm:cxn modelId="{DC892980-9C22-4DF0-9782-0F2A07268342}" type="presParOf" srcId="{F8C9008D-D206-4FB4-AF86-883E80BBE906}" destId="{FA234AB2-1AB0-492E-926C-A35CBD5588A5}" srcOrd="2" destOrd="0" presId="urn:microsoft.com/office/officeart/2017/3/layout/DropPinTimeline"/>
    <dgm:cxn modelId="{04FC4A52-1FC6-483C-9363-11DECA116465}" type="presParOf" srcId="{F8C9008D-D206-4FB4-AF86-883E80BBE906}" destId="{06D3DAD8-1AEE-4FC3-A58A-46F9B06CF5A8}" srcOrd="3" destOrd="0" presId="urn:microsoft.com/office/officeart/2017/3/layout/DropPinTimeline"/>
    <dgm:cxn modelId="{F1ED1C37-5F42-48F7-83E5-7A96E2F43B8D}" type="presParOf" srcId="{F8C9008D-D206-4FB4-AF86-883E80BBE906}" destId="{9AC29EF7-0A3D-4FF7-B2FA-CE81F37A5342}" srcOrd="4" destOrd="0" presId="urn:microsoft.com/office/officeart/2017/3/layout/DropPinTimeline"/>
    <dgm:cxn modelId="{AF5EE433-4B6A-44EF-BCBD-B67FE1C3F4D9}" type="presParOf" srcId="{F8C9008D-D206-4FB4-AF86-883E80BBE906}" destId="{6D822D95-D6A8-47F2-8BB8-B1E851BCF233}" srcOrd="5" destOrd="0" presId="urn:microsoft.com/office/officeart/2017/3/layout/DropPinTimeline"/>
    <dgm:cxn modelId="{CDB0B270-70DA-44DA-BB72-831A0ABD4E24}" type="presParOf" srcId="{E1E174F9-53F3-4BB8-8585-55EBCCAF740B}" destId="{0B69C7CF-A992-4356-A4E8-EA7570791BC4}" srcOrd="5" destOrd="0" presId="urn:microsoft.com/office/officeart/2017/3/layout/DropPinTimeline"/>
    <dgm:cxn modelId="{FDCCD586-D25A-4037-B614-54A9C6B4EEE6}" type="presParOf" srcId="{E1E174F9-53F3-4BB8-8585-55EBCCAF740B}" destId="{56D24275-D232-43E5-829B-27FBA276E3C4}" srcOrd="6" destOrd="0" presId="urn:microsoft.com/office/officeart/2017/3/layout/DropPinTimeline"/>
    <dgm:cxn modelId="{2B3BBB90-1C57-4F5F-A407-DB85230EBCEF}" type="presParOf" srcId="{56D24275-D232-43E5-829B-27FBA276E3C4}" destId="{DE49BC75-B7FB-4A2B-9DDD-1C227C20629E}" srcOrd="0" destOrd="0" presId="urn:microsoft.com/office/officeart/2017/3/layout/DropPinTimeline"/>
    <dgm:cxn modelId="{C39E142A-125A-48BE-B783-9E8238E0E99B}" type="presParOf" srcId="{56D24275-D232-43E5-829B-27FBA276E3C4}" destId="{87AFC236-ED77-4798-9F1E-FDD64357C80E}" srcOrd="1" destOrd="0" presId="urn:microsoft.com/office/officeart/2017/3/layout/DropPinTimeline"/>
    <dgm:cxn modelId="{14230F88-D884-4803-B2CF-72A65A007025}" type="presParOf" srcId="{87AFC236-ED77-4798-9F1E-FDD64357C80E}" destId="{EA77B878-0E9E-49FA-A5EC-4E574EF44685}" srcOrd="0" destOrd="0" presId="urn:microsoft.com/office/officeart/2017/3/layout/DropPinTimeline"/>
    <dgm:cxn modelId="{6AB028D5-BD4A-4829-B937-75216C25B868}" type="presParOf" srcId="{87AFC236-ED77-4798-9F1E-FDD64357C80E}" destId="{E1B1FBFB-783D-4DCB-B231-E103C0EC4952}" srcOrd="1" destOrd="0" presId="urn:microsoft.com/office/officeart/2017/3/layout/DropPinTimeline"/>
    <dgm:cxn modelId="{A329C16F-7273-4A06-9519-3D8CD5DB17CE}" type="presParOf" srcId="{56D24275-D232-43E5-829B-27FBA276E3C4}" destId="{E8D1E1B0-A51C-41DE-B23D-A55EBE8A8BAC}" srcOrd="2" destOrd="0" presId="urn:microsoft.com/office/officeart/2017/3/layout/DropPinTimeline"/>
    <dgm:cxn modelId="{5036B934-166A-4A2A-98CF-85EA4BE72235}" type="presParOf" srcId="{56D24275-D232-43E5-829B-27FBA276E3C4}" destId="{4B1DC0B5-E45A-4EA3-BC35-5EE23E170A7C}" srcOrd="3" destOrd="0" presId="urn:microsoft.com/office/officeart/2017/3/layout/DropPinTimeline"/>
    <dgm:cxn modelId="{4F7693D6-AD39-48F2-ABD6-3D1F0FED7290}" type="presParOf" srcId="{56D24275-D232-43E5-829B-27FBA276E3C4}" destId="{4AE3631D-C0E2-4A26-8BF7-A5439E1E41D4}" srcOrd="4" destOrd="0" presId="urn:microsoft.com/office/officeart/2017/3/layout/DropPinTimeline"/>
    <dgm:cxn modelId="{8F059C83-17E6-4C63-A7A1-250C52DB0C10}" type="presParOf" srcId="{56D24275-D232-43E5-829B-27FBA276E3C4}" destId="{03626DA7-BB8B-43A9-BD19-105ACF801DC8}" srcOrd="5" destOrd="0" presId="urn:microsoft.com/office/officeart/2017/3/layout/DropPinTimeline"/>
    <dgm:cxn modelId="{FF176BB4-4757-4DA1-AA66-D07530D05210}" type="presParOf" srcId="{E1E174F9-53F3-4BB8-8585-55EBCCAF740B}" destId="{5490814C-F318-49EE-AD2D-B6255374A36D}" srcOrd="7" destOrd="0" presId="urn:microsoft.com/office/officeart/2017/3/layout/DropPinTimeline"/>
    <dgm:cxn modelId="{8972FC20-DAE5-4CA2-AE61-ACA270E27045}" type="presParOf" srcId="{E1E174F9-53F3-4BB8-8585-55EBCCAF740B}" destId="{04E97565-623F-4381-B3B0-F1F5BE6FEFD6}" srcOrd="8" destOrd="0" presId="urn:microsoft.com/office/officeart/2017/3/layout/DropPinTimeline"/>
    <dgm:cxn modelId="{F9B70D69-8EEA-4A8F-8371-39D0E3FE3497}" type="presParOf" srcId="{04E97565-623F-4381-B3B0-F1F5BE6FEFD6}" destId="{C7B69078-E62D-4435-B5E5-4B0C6FF3FC97}" srcOrd="0" destOrd="0" presId="urn:microsoft.com/office/officeart/2017/3/layout/DropPinTimeline"/>
    <dgm:cxn modelId="{A399B5B2-D2F3-47A7-A9FB-2AB43FDED257}" type="presParOf" srcId="{04E97565-623F-4381-B3B0-F1F5BE6FEFD6}" destId="{D40E6935-BAB6-4476-8716-499229693B4E}" srcOrd="1" destOrd="0" presId="urn:microsoft.com/office/officeart/2017/3/layout/DropPinTimeline"/>
    <dgm:cxn modelId="{B9391080-52C8-45E1-9212-A53392289173}" type="presParOf" srcId="{D40E6935-BAB6-4476-8716-499229693B4E}" destId="{39B5793A-9D34-4DA0-AD65-12C676F37C6B}" srcOrd="0" destOrd="0" presId="urn:microsoft.com/office/officeart/2017/3/layout/DropPinTimeline"/>
    <dgm:cxn modelId="{61486957-3B0A-4265-A26B-8232D50A53EE}" type="presParOf" srcId="{D40E6935-BAB6-4476-8716-499229693B4E}" destId="{41C781DF-7EEE-4C43-87F7-40CB09CD3B04}" srcOrd="1" destOrd="0" presId="urn:microsoft.com/office/officeart/2017/3/layout/DropPinTimeline"/>
    <dgm:cxn modelId="{ECAEC2F5-0CE2-4A20-8108-195CED54221D}" type="presParOf" srcId="{04E97565-623F-4381-B3B0-F1F5BE6FEFD6}" destId="{40A6577C-49B0-4C68-8F57-DCB175ABBB84}" srcOrd="2" destOrd="0" presId="urn:microsoft.com/office/officeart/2017/3/layout/DropPinTimeline"/>
    <dgm:cxn modelId="{85E1FBAE-B05D-469B-844A-B2A9F654D6E7}" type="presParOf" srcId="{04E97565-623F-4381-B3B0-F1F5BE6FEFD6}" destId="{B186A417-7677-45B2-915E-1AFC693C5869}" srcOrd="3" destOrd="0" presId="urn:microsoft.com/office/officeart/2017/3/layout/DropPinTimeline"/>
    <dgm:cxn modelId="{4459D45A-CFBF-4DAA-914B-49BC4FCD19CD}" type="presParOf" srcId="{04E97565-623F-4381-B3B0-F1F5BE6FEFD6}" destId="{8013585F-B2B9-4F7B-93F8-F5DE29C86C06}" srcOrd="4" destOrd="0" presId="urn:microsoft.com/office/officeart/2017/3/layout/DropPinTimeline"/>
    <dgm:cxn modelId="{176B1450-D1CB-47E1-A45C-A6114E8284ED}" type="presParOf" srcId="{04E97565-623F-4381-B3B0-F1F5BE6FEFD6}" destId="{1BE62559-1E99-48D9-B535-CA9810756809}" srcOrd="5" destOrd="0" presId="urn:microsoft.com/office/officeart/2017/3/layout/DropPinTimeline"/>
    <dgm:cxn modelId="{9936C118-2564-4779-95DE-EBF72B7AD8DD}" type="presParOf" srcId="{E1E174F9-53F3-4BB8-8585-55EBCCAF740B}" destId="{3D3299EC-1C33-4FE9-8145-D65436CA6E5A}" srcOrd="9" destOrd="0" presId="urn:microsoft.com/office/officeart/2017/3/layout/DropPinTimeline"/>
    <dgm:cxn modelId="{68A7FBC8-997E-4762-9C4F-E311B3A8BF88}" type="presParOf" srcId="{E1E174F9-53F3-4BB8-8585-55EBCCAF740B}" destId="{752CDD8A-58DB-434E-88C2-358C04C7AB1C}" srcOrd="10" destOrd="0" presId="urn:microsoft.com/office/officeart/2017/3/layout/DropPinTimeline"/>
    <dgm:cxn modelId="{B60D6AFA-BD01-4625-A3D2-54CA7E242850}" type="presParOf" srcId="{752CDD8A-58DB-434E-88C2-358C04C7AB1C}" destId="{A74F0EA6-CA28-4A30-A801-14C6911BA7F9}" srcOrd="0" destOrd="0" presId="urn:microsoft.com/office/officeart/2017/3/layout/DropPinTimeline"/>
    <dgm:cxn modelId="{A44946D5-1441-461D-AAA1-75FE7BEF09DB}" type="presParOf" srcId="{752CDD8A-58DB-434E-88C2-358C04C7AB1C}" destId="{BD6EEE63-AA34-472C-89F2-21C8C6B87928}" srcOrd="1" destOrd="0" presId="urn:microsoft.com/office/officeart/2017/3/layout/DropPinTimeline"/>
    <dgm:cxn modelId="{113D5C5E-4868-4D7B-A1FC-974D3217F725}" type="presParOf" srcId="{BD6EEE63-AA34-472C-89F2-21C8C6B87928}" destId="{B49CCAFD-A670-4392-A4C5-24FC85AB2BBA}" srcOrd="0" destOrd="0" presId="urn:microsoft.com/office/officeart/2017/3/layout/DropPinTimeline"/>
    <dgm:cxn modelId="{97B7C106-B3B2-4E7C-877E-C7B820B7633E}" type="presParOf" srcId="{BD6EEE63-AA34-472C-89F2-21C8C6B87928}" destId="{0AAA4FE2-7DE2-481E-83CF-7F4FBFB748AF}" srcOrd="1" destOrd="0" presId="urn:microsoft.com/office/officeart/2017/3/layout/DropPinTimeline"/>
    <dgm:cxn modelId="{B292756F-62BD-46BB-BB1B-8A17BCD1B11F}" type="presParOf" srcId="{752CDD8A-58DB-434E-88C2-358C04C7AB1C}" destId="{1D0C0EFA-E70E-4A5A-B8B4-55D20EA6A903}" srcOrd="2" destOrd="0" presId="urn:microsoft.com/office/officeart/2017/3/layout/DropPinTimeline"/>
    <dgm:cxn modelId="{4D6DFC50-CCC2-4AFF-8488-C82DF80BAF79}" type="presParOf" srcId="{752CDD8A-58DB-434E-88C2-358C04C7AB1C}" destId="{011DB81B-525B-4280-837E-6DF75CA9F172}" srcOrd="3" destOrd="0" presId="urn:microsoft.com/office/officeart/2017/3/layout/DropPinTimeline"/>
    <dgm:cxn modelId="{A024D2C6-1DD9-4E9F-AD49-4A2A7A25D86F}" type="presParOf" srcId="{752CDD8A-58DB-434E-88C2-358C04C7AB1C}" destId="{3D0FE9B9-E1EC-45AE-B88A-66E7A6FA49EB}" srcOrd="4" destOrd="0" presId="urn:microsoft.com/office/officeart/2017/3/layout/DropPinTimeline"/>
    <dgm:cxn modelId="{55D3EC7A-BB58-4BE1-923F-65558FBE025C}" type="presParOf" srcId="{752CDD8A-58DB-434E-88C2-358C04C7AB1C}" destId="{13079015-BDCB-404A-81F7-8BF522F4AD5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1E04E-35E5-4B5B-8729-8E0A3FEA8F31}">
      <dsp:nvSpPr>
        <dsp:cNvPr id="0" name=""/>
        <dsp:cNvSpPr/>
      </dsp:nvSpPr>
      <dsp:spPr>
        <a:xfrm>
          <a:off x="0" y="539"/>
          <a:ext cx="62563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8E9F0-61C0-4D94-9D68-DAAA143B20BC}">
      <dsp:nvSpPr>
        <dsp:cNvPr id="0" name=""/>
        <dsp:cNvSpPr/>
      </dsp:nvSpPr>
      <dsp:spPr>
        <a:xfrm>
          <a:off x="0" y="539"/>
          <a:ext cx="6256338" cy="88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</a:rPr>
            <a:t>Growing demand for autonomous on-device AI Systems</a:t>
          </a:r>
          <a:endParaRPr lang="en-US" sz="2400" kern="1200" dirty="0">
            <a:solidFill>
              <a:srgbClr val="FFFFFF"/>
            </a:solidFill>
          </a:endParaRPr>
        </a:p>
      </dsp:txBody>
      <dsp:txXfrm>
        <a:off x="0" y="539"/>
        <a:ext cx="6256338" cy="883704"/>
      </dsp:txXfrm>
    </dsp:sp>
    <dsp:sp modelId="{522AA7C1-9ACF-4424-BD48-9297217B21E3}">
      <dsp:nvSpPr>
        <dsp:cNvPr id="0" name=""/>
        <dsp:cNvSpPr/>
      </dsp:nvSpPr>
      <dsp:spPr>
        <a:xfrm>
          <a:off x="0" y="884243"/>
          <a:ext cx="62563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AB71C-F81D-404F-92F7-26378AFDB087}">
      <dsp:nvSpPr>
        <dsp:cNvPr id="0" name=""/>
        <dsp:cNvSpPr/>
      </dsp:nvSpPr>
      <dsp:spPr>
        <a:xfrm>
          <a:off x="0" y="884243"/>
          <a:ext cx="6256338" cy="88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</a:rPr>
            <a:t>Systems are often </a:t>
          </a:r>
          <a:r>
            <a:rPr lang="en-GB" sz="2400" b="1" i="0" kern="1200" dirty="0">
              <a:solidFill>
                <a:srgbClr val="FFFFFF"/>
              </a:solidFill>
            </a:rPr>
            <a:t>resource-constrained</a:t>
          </a:r>
          <a:endParaRPr lang="en-US" sz="2400" kern="1200" dirty="0">
            <a:solidFill>
              <a:srgbClr val="FFFFFF"/>
            </a:solidFill>
          </a:endParaRPr>
        </a:p>
      </dsp:txBody>
      <dsp:txXfrm>
        <a:off x="0" y="884243"/>
        <a:ext cx="6256338" cy="883704"/>
      </dsp:txXfrm>
    </dsp:sp>
    <dsp:sp modelId="{9F8BBBE3-B67D-4E94-A8F7-BC02B285F039}">
      <dsp:nvSpPr>
        <dsp:cNvPr id="0" name=""/>
        <dsp:cNvSpPr/>
      </dsp:nvSpPr>
      <dsp:spPr>
        <a:xfrm>
          <a:off x="0" y="1767947"/>
          <a:ext cx="62563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1F0FE-69BB-4BAF-8B31-054CCE3032B6}">
      <dsp:nvSpPr>
        <dsp:cNvPr id="0" name=""/>
        <dsp:cNvSpPr/>
      </dsp:nvSpPr>
      <dsp:spPr>
        <a:xfrm>
          <a:off x="0" y="1505567"/>
          <a:ext cx="6256338" cy="88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</a:rPr>
            <a:t>High memory &amp; computing costs limit deployment</a:t>
          </a:r>
          <a:endParaRPr lang="en-US" sz="2400" kern="1200" dirty="0">
            <a:solidFill>
              <a:srgbClr val="FFFFFF"/>
            </a:solidFill>
          </a:endParaRPr>
        </a:p>
      </dsp:txBody>
      <dsp:txXfrm>
        <a:off x="0" y="1505567"/>
        <a:ext cx="6256338" cy="883704"/>
      </dsp:txXfrm>
    </dsp:sp>
    <dsp:sp modelId="{D605E62C-AAB6-4F86-AE10-6485767C7F57}">
      <dsp:nvSpPr>
        <dsp:cNvPr id="0" name=""/>
        <dsp:cNvSpPr/>
      </dsp:nvSpPr>
      <dsp:spPr>
        <a:xfrm>
          <a:off x="0" y="2651652"/>
          <a:ext cx="62563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A65C5-3E2F-49AF-A8FE-A84044AE9A29}">
      <dsp:nvSpPr>
        <dsp:cNvPr id="0" name=""/>
        <dsp:cNvSpPr/>
      </dsp:nvSpPr>
      <dsp:spPr>
        <a:xfrm>
          <a:off x="0" y="2386213"/>
          <a:ext cx="6256338" cy="88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</a:rPr>
            <a:t>Compression research centres on supervised learning</a:t>
          </a:r>
          <a:endParaRPr lang="en-US" sz="2400" kern="1200" dirty="0">
            <a:solidFill>
              <a:srgbClr val="FFFFFF"/>
            </a:solidFill>
          </a:endParaRPr>
        </a:p>
      </dsp:txBody>
      <dsp:txXfrm>
        <a:off x="0" y="2386213"/>
        <a:ext cx="6256338" cy="883704"/>
      </dsp:txXfrm>
    </dsp:sp>
    <dsp:sp modelId="{0B46CD81-BC17-477B-A405-CA5975DEA6C2}">
      <dsp:nvSpPr>
        <dsp:cNvPr id="0" name=""/>
        <dsp:cNvSpPr/>
      </dsp:nvSpPr>
      <dsp:spPr>
        <a:xfrm>
          <a:off x="0" y="3535356"/>
          <a:ext cx="62563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7070B-E4DA-4444-A742-65746E991DBC}">
      <dsp:nvSpPr>
        <dsp:cNvPr id="0" name=""/>
        <dsp:cNvSpPr/>
      </dsp:nvSpPr>
      <dsp:spPr>
        <a:xfrm>
          <a:off x="0" y="3410930"/>
          <a:ext cx="6256338" cy="88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</a:rPr>
            <a:t>This project targets a Deep Q-Network Agent</a:t>
          </a:r>
          <a:endParaRPr lang="en-US" sz="2400" kern="1200" dirty="0">
            <a:solidFill>
              <a:srgbClr val="FFFFFF"/>
            </a:solidFill>
          </a:endParaRPr>
        </a:p>
      </dsp:txBody>
      <dsp:txXfrm>
        <a:off x="0" y="3410930"/>
        <a:ext cx="6256338" cy="883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72954-1885-4CDF-97D1-226720F0AFD4}">
      <dsp:nvSpPr>
        <dsp:cNvPr id="0" name=""/>
        <dsp:cNvSpPr/>
      </dsp:nvSpPr>
      <dsp:spPr>
        <a:xfrm>
          <a:off x="782234" y="100070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D17BB-41F0-4E99-B936-356112CEBAE7}">
      <dsp:nvSpPr>
        <dsp:cNvPr id="0" name=""/>
        <dsp:cNvSpPr/>
      </dsp:nvSpPr>
      <dsp:spPr>
        <a:xfrm>
          <a:off x="1016234" y="123470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BB822-C1AA-4F60-A683-8EEBBCED6BF4}">
      <dsp:nvSpPr>
        <dsp:cNvPr id="0" name=""/>
        <dsp:cNvSpPr/>
      </dsp:nvSpPr>
      <dsp:spPr>
        <a:xfrm>
          <a:off x="431234" y="24407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Implement DRL Algorithm on Desktop PC</a:t>
          </a:r>
          <a:endParaRPr lang="en-US" sz="1500" kern="1200"/>
        </a:p>
      </dsp:txBody>
      <dsp:txXfrm>
        <a:off x="431234" y="2440707"/>
        <a:ext cx="1800000" cy="720000"/>
      </dsp:txXfrm>
    </dsp:sp>
    <dsp:sp modelId="{C5CB578E-6CB9-44C2-95FC-89706BF7B91E}">
      <dsp:nvSpPr>
        <dsp:cNvPr id="0" name=""/>
        <dsp:cNvSpPr/>
      </dsp:nvSpPr>
      <dsp:spPr>
        <a:xfrm>
          <a:off x="2897234" y="100070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659C5-9AE6-4449-A931-85568F224892}">
      <dsp:nvSpPr>
        <dsp:cNvPr id="0" name=""/>
        <dsp:cNvSpPr/>
      </dsp:nvSpPr>
      <dsp:spPr>
        <a:xfrm>
          <a:off x="3131234" y="123470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743F5-9AAD-4061-AAE0-24368D484E20}">
      <dsp:nvSpPr>
        <dsp:cNvPr id="0" name=""/>
        <dsp:cNvSpPr/>
      </dsp:nvSpPr>
      <dsp:spPr>
        <a:xfrm>
          <a:off x="2546234" y="24407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Train Agent to a Baseline Performance</a:t>
          </a:r>
          <a:endParaRPr lang="en-US" sz="1500" kern="1200"/>
        </a:p>
      </dsp:txBody>
      <dsp:txXfrm>
        <a:off x="2546234" y="2440707"/>
        <a:ext cx="1800000" cy="720000"/>
      </dsp:txXfrm>
    </dsp:sp>
    <dsp:sp modelId="{47453EAD-04C9-4678-A43D-F34DED8AF790}">
      <dsp:nvSpPr>
        <dsp:cNvPr id="0" name=""/>
        <dsp:cNvSpPr/>
      </dsp:nvSpPr>
      <dsp:spPr>
        <a:xfrm>
          <a:off x="5012235" y="100070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8FBAA-64E5-4B6C-8F48-789DFD72BA49}">
      <dsp:nvSpPr>
        <dsp:cNvPr id="0" name=""/>
        <dsp:cNvSpPr/>
      </dsp:nvSpPr>
      <dsp:spPr>
        <a:xfrm>
          <a:off x="5246235" y="123470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5F4E1-5DDF-4B90-97F9-D6D1A05EEEE0}">
      <dsp:nvSpPr>
        <dsp:cNvPr id="0" name=""/>
        <dsp:cNvSpPr/>
      </dsp:nvSpPr>
      <dsp:spPr>
        <a:xfrm>
          <a:off x="4661235" y="24407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Compress Policy Network for Deployment</a:t>
          </a:r>
          <a:endParaRPr lang="en-US" sz="1500" kern="1200"/>
        </a:p>
      </dsp:txBody>
      <dsp:txXfrm>
        <a:off x="4661235" y="2440707"/>
        <a:ext cx="1800000" cy="720000"/>
      </dsp:txXfrm>
    </dsp:sp>
    <dsp:sp modelId="{B2354CBB-A5E8-4336-ACCC-9E8C5F2884D2}">
      <dsp:nvSpPr>
        <dsp:cNvPr id="0" name=""/>
        <dsp:cNvSpPr/>
      </dsp:nvSpPr>
      <dsp:spPr>
        <a:xfrm>
          <a:off x="7127235" y="100070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211CE-C2C1-4644-B2C6-132E80C85A18}">
      <dsp:nvSpPr>
        <dsp:cNvPr id="0" name=""/>
        <dsp:cNvSpPr/>
      </dsp:nvSpPr>
      <dsp:spPr>
        <a:xfrm>
          <a:off x="7361235" y="123470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10062-8904-4BFB-B6B9-7CAE54F2ACD5}">
      <dsp:nvSpPr>
        <dsp:cNvPr id="0" name=""/>
        <dsp:cNvSpPr/>
      </dsp:nvSpPr>
      <dsp:spPr>
        <a:xfrm>
          <a:off x="6776235" y="24407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Deploy Compressed Agent onto Embedded Device</a:t>
          </a:r>
          <a:endParaRPr lang="en-US" sz="1500" kern="1200"/>
        </a:p>
      </dsp:txBody>
      <dsp:txXfrm>
        <a:off x="6776235" y="2440707"/>
        <a:ext cx="1800000" cy="720000"/>
      </dsp:txXfrm>
    </dsp:sp>
    <dsp:sp modelId="{347025D9-9BE1-4EC5-9B46-691288F79ABD}">
      <dsp:nvSpPr>
        <dsp:cNvPr id="0" name=""/>
        <dsp:cNvSpPr/>
      </dsp:nvSpPr>
      <dsp:spPr>
        <a:xfrm>
          <a:off x="9242235" y="100070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0FA56-5165-4116-9DEF-5FF37B782EE3}">
      <dsp:nvSpPr>
        <dsp:cNvPr id="0" name=""/>
        <dsp:cNvSpPr/>
      </dsp:nvSpPr>
      <dsp:spPr>
        <a:xfrm>
          <a:off x="9476235" y="123470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17FEED-0570-48E9-A446-F0066EE20A86}">
      <dsp:nvSpPr>
        <dsp:cNvPr id="0" name=""/>
        <dsp:cNvSpPr/>
      </dsp:nvSpPr>
      <dsp:spPr>
        <a:xfrm>
          <a:off x="8891235" y="24407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Add Camera for Real-World Image Input</a:t>
          </a:r>
          <a:endParaRPr lang="en-US" sz="1500" kern="1200"/>
        </a:p>
      </dsp:txBody>
      <dsp:txXfrm>
        <a:off x="8891235" y="2440707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2D7F2-9298-41A2-A1B9-B2774870212B}">
      <dsp:nvSpPr>
        <dsp:cNvPr id="0" name=""/>
        <dsp:cNvSpPr/>
      </dsp:nvSpPr>
      <dsp:spPr>
        <a:xfrm>
          <a:off x="0" y="443715"/>
          <a:ext cx="9861323" cy="1216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Risk: Data Corruption or Loss</a:t>
          </a:r>
        </a:p>
      </dsp:txBody>
      <dsp:txXfrm>
        <a:off x="59399" y="503114"/>
        <a:ext cx="9742525" cy="1098002"/>
      </dsp:txXfrm>
    </dsp:sp>
    <dsp:sp modelId="{DC7C99F4-E490-48D5-A7CB-880161E64BAE}">
      <dsp:nvSpPr>
        <dsp:cNvPr id="0" name=""/>
        <dsp:cNvSpPr/>
      </dsp:nvSpPr>
      <dsp:spPr>
        <a:xfrm>
          <a:off x="0" y="2623189"/>
          <a:ext cx="9861323" cy="1216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Mitigation: Implementing Version Control with GitHub</a:t>
          </a:r>
        </a:p>
      </dsp:txBody>
      <dsp:txXfrm>
        <a:off x="59399" y="2682588"/>
        <a:ext cx="9742525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B68B3-44D7-4C38-9FA6-6AD5BA25C05C}">
      <dsp:nvSpPr>
        <dsp:cNvPr id="0" name=""/>
        <dsp:cNvSpPr/>
      </dsp:nvSpPr>
      <dsp:spPr>
        <a:xfrm>
          <a:off x="0" y="2207300"/>
          <a:ext cx="1112247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20625-9D21-446B-887B-2373E5A994E4}">
      <dsp:nvSpPr>
        <dsp:cNvPr id="0" name=""/>
        <dsp:cNvSpPr/>
      </dsp:nvSpPr>
      <dsp:spPr>
        <a:xfrm rot="8100000">
          <a:off x="75540" y="508696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46D335-66C2-4258-AA2B-BC57001546D9}">
      <dsp:nvSpPr>
        <dsp:cNvPr id="0" name=""/>
        <dsp:cNvSpPr/>
      </dsp:nvSpPr>
      <dsp:spPr>
        <a:xfrm>
          <a:off x="111606" y="544761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0BFFC-4BB8-4D7A-862A-6A46257FC33C}">
      <dsp:nvSpPr>
        <dsp:cNvPr id="0" name=""/>
        <dsp:cNvSpPr/>
      </dsp:nvSpPr>
      <dsp:spPr>
        <a:xfrm>
          <a:off x="467422" y="900578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Network Compression</a:t>
          </a:r>
        </a:p>
      </dsp:txBody>
      <dsp:txXfrm>
        <a:off x="467422" y="900578"/>
        <a:ext cx="2640682" cy="1306721"/>
      </dsp:txXfrm>
    </dsp:sp>
    <dsp:sp modelId="{3E326EA9-7CFA-4995-9235-4E0BC876643B}">
      <dsp:nvSpPr>
        <dsp:cNvPr id="0" name=""/>
        <dsp:cNvSpPr/>
      </dsp:nvSpPr>
      <dsp:spPr>
        <a:xfrm>
          <a:off x="467422" y="441460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21 Aug.</a:t>
          </a:r>
        </a:p>
      </dsp:txBody>
      <dsp:txXfrm>
        <a:off x="467422" y="441460"/>
        <a:ext cx="2640682" cy="459118"/>
      </dsp:txXfrm>
    </dsp:sp>
    <dsp:sp modelId="{65F5119F-5DEB-4253-9068-34A9CB32FF2D}">
      <dsp:nvSpPr>
        <dsp:cNvPr id="0" name=""/>
        <dsp:cNvSpPr/>
      </dsp:nvSpPr>
      <dsp:spPr>
        <a:xfrm>
          <a:off x="237863" y="900578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A5F8D-F0ED-47A5-8AD7-287DC07AC6EB}">
      <dsp:nvSpPr>
        <dsp:cNvPr id="0" name=""/>
        <dsp:cNvSpPr/>
      </dsp:nvSpPr>
      <dsp:spPr>
        <a:xfrm>
          <a:off x="195693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5B6ED4-01EB-431A-9BA5-DE3F780C6BC8}">
      <dsp:nvSpPr>
        <dsp:cNvPr id="0" name=""/>
        <dsp:cNvSpPr/>
      </dsp:nvSpPr>
      <dsp:spPr>
        <a:xfrm rot="18900000">
          <a:off x="1660403" y="3581257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514645-8963-4F89-9801-D759326732CF}">
      <dsp:nvSpPr>
        <dsp:cNvPr id="0" name=""/>
        <dsp:cNvSpPr/>
      </dsp:nvSpPr>
      <dsp:spPr>
        <a:xfrm>
          <a:off x="1696469" y="3617323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DF9EB-E5A6-4B46-A77E-E46556C955E9}">
      <dsp:nvSpPr>
        <dsp:cNvPr id="0" name=""/>
        <dsp:cNvSpPr/>
      </dsp:nvSpPr>
      <dsp:spPr>
        <a:xfrm>
          <a:off x="2052285" y="2207300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Evaluate Compression Performance</a:t>
          </a:r>
        </a:p>
      </dsp:txBody>
      <dsp:txXfrm>
        <a:off x="2052285" y="2207300"/>
        <a:ext cx="2640682" cy="1306721"/>
      </dsp:txXfrm>
    </dsp:sp>
    <dsp:sp modelId="{AE9E181E-F020-4B98-B7E2-C37A0CB97DA6}">
      <dsp:nvSpPr>
        <dsp:cNvPr id="0" name=""/>
        <dsp:cNvSpPr/>
      </dsp:nvSpPr>
      <dsp:spPr>
        <a:xfrm>
          <a:off x="2052285" y="3514021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28 Aug.</a:t>
          </a:r>
        </a:p>
      </dsp:txBody>
      <dsp:txXfrm>
        <a:off x="2052285" y="3514021"/>
        <a:ext cx="2640682" cy="459118"/>
      </dsp:txXfrm>
    </dsp:sp>
    <dsp:sp modelId="{B488198C-C9FF-43C8-B96B-10A3DFACF116}">
      <dsp:nvSpPr>
        <dsp:cNvPr id="0" name=""/>
        <dsp:cNvSpPr/>
      </dsp:nvSpPr>
      <dsp:spPr>
        <a:xfrm>
          <a:off x="1822726" y="2207300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D2600-2E30-4259-BA9A-736D9878093A}">
      <dsp:nvSpPr>
        <dsp:cNvPr id="0" name=""/>
        <dsp:cNvSpPr/>
      </dsp:nvSpPr>
      <dsp:spPr>
        <a:xfrm>
          <a:off x="1780556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3AC941-0483-4B84-A74F-0E4D3F8A92B6}">
      <dsp:nvSpPr>
        <dsp:cNvPr id="0" name=""/>
        <dsp:cNvSpPr/>
      </dsp:nvSpPr>
      <dsp:spPr>
        <a:xfrm rot="8100000">
          <a:off x="3245266" y="508696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F51436-D8E8-4835-9E43-FCC615E604D0}">
      <dsp:nvSpPr>
        <dsp:cNvPr id="0" name=""/>
        <dsp:cNvSpPr/>
      </dsp:nvSpPr>
      <dsp:spPr>
        <a:xfrm>
          <a:off x="3281332" y="544761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34AB2-1AB0-492E-926C-A35CBD5588A5}">
      <dsp:nvSpPr>
        <dsp:cNvPr id="0" name=""/>
        <dsp:cNvSpPr/>
      </dsp:nvSpPr>
      <dsp:spPr>
        <a:xfrm>
          <a:off x="3637148" y="900578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Deployment onto Raspberry Pico 2W</a:t>
          </a:r>
        </a:p>
      </dsp:txBody>
      <dsp:txXfrm>
        <a:off x="3637148" y="900578"/>
        <a:ext cx="2640682" cy="1306721"/>
      </dsp:txXfrm>
    </dsp:sp>
    <dsp:sp modelId="{06D3DAD8-1AEE-4FC3-A58A-46F9B06CF5A8}">
      <dsp:nvSpPr>
        <dsp:cNvPr id="0" name=""/>
        <dsp:cNvSpPr/>
      </dsp:nvSpPr>
      <dsp:spPr>
        <a:xfrm>
          <a:off x="3637148" y="441460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4 Sep.</a:t>
          </a:r>
        </a:p>
      </dsp:txBody>
      <dsp:txXfrm>
        <a:off x="3637148" y="441460"/>
        <a:ext cx="2640682" cy="459118"/>
      </dsp:txXfrm>
    </dsp:sp>
    <dsp:sp modelId="{9AC29EF7-0A3D-4FF7-B2FA-CE81F37A5342}">
      <dsp:nvSpPr>
        <dsp:cNvPr id="0" name=""/>
        <dsp:cNvSpPr/>
      </dsp:nvSpPr>
      <dsp:spPr>
        <a:xfrm>
          <a:off x="3407589" y="900578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8AC27D-58E8-4769-83EC-CE963328C9BE}">
      <dsp:nvSpPr>
        <dsp:cNvPr id="0" name=""/>
        <dsp:cNvSpPr/>
      </dsp:nvSpPr>
      <dsp:spPr>
        <a:xfrm>
          <a:off x="3365419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77B878-0E9E-49FA-A5EC-4E574EF44685}">
      <dsp:nvSpPr>
        <dsp:cNvPr id="0" name=""/>
        <dsp:cNvSpPr/>
      </dsp:nvSpPr>
      <dsp:spPr>
        <a:xfrm rot="18900000">
          <a:off x="4830129" y="3581257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B1FBFB-783D-4DCB-B231-E103C0EC4952}">
      <dsp:nvSpPr>
        <dsp:cNvPr id="0" name=""/>
        <dsp:cNvSpPr/>
      </dsp:nvSpPr>
      <dsp:spPr>
        <a:xfrm>
          <a:off x="4866195" y="3617323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1E1B0-A51C-41DE-B23D-A55EBE8A8BAC}">
      <dsp:nvSpPr>
        <dsp:cNvPr id="0" name=""/>
        <dsp:cNvSpPr/>
      </dsp:nvSpPr>
      <dsp:spPr>
        <a:xfrm>
          <a:off x="5222012" y="2207300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Model Performance Evaluation</a:t>
          </a:r>
        </a:p>
      </dsp:txBody>
      <dsp:txXfrm>
        <a:off x="5222012" y="2207300"/>
        <a:ext cx="2640682" cy="1306721"/>
      </dsp:txXfrm>
    </dsp:sp>
    <dsp:sp modelId="{4B1DC0B5-E45A-4EA3-BC35-5EE23E170A7C}">
      <dsp:nvSpPr>
        <dsp:cNvPr id="0" name=""/>
        <dsp:cNvSpPr/>
      </dsp:nvSpPr>
      <dsp:spPr>
        <a:xfrm>
          <a:off x="5222012" y="3514021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18 Sep.</a:t>
          </a:r>
        </a:p>
      </dsp:txBody>
      <dsp:txXfrm>
        <a:off x="5222012" y="3514021"/>
        <a:ext cx="2640682" cy="459118"/>
      </dsp:txXfrm>
    </dsp:sp>
    <dsp:sp modelId="{4AE3631D-C0E2-4A26-8BF7-A5439E1E41D4}">
      <dsp:nvSpPr>
        <dsp:cNvPr id="0" name=""/>
        <dsp:cNvSpPr/>
      </dsp:nvSpPr>
      <dsp:spPr>
        <a:xfrm>
          <a:off x="4992452" y="2207300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49BC75-B7FB-4A2B-9DDD-1C227C20629E}">
      <dsp:nvSpPr>
        <dsp:cNvPr id="0" name=""/>
        <dsp:cNvSpPr/>
      </dsp:nvSpPr>
      <dsp:spPr>
        <a:xfrm>
          <a:off x="4950282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B5793A-9D34-4DA0-AD65-12C676F37C6B}">
      <dsp:nvSpPr>
        <dsp:cNvPr id="0" name=""/>
        <dsp:cNvSpPr/>
      </dsp:nvSpPr>
      <dsp:spPr>
        <a:xfrm rot="8100000">
          <a:off x="6414993" y="508696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C781DF-7EEE-4C43-87F7-40CB09CD3B04}">
      <dsp:nvSpPr>
        <dsp:cNvPr id="0" name=""/>
        <dsp:cNvSpPr/>
      </dsp:nvSpPr>
      <dsp:spPr>
        <a:xfrm>
          <a:off x="6451058" y="544761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6577C-49B0-4C68-8F57-DCB175ABBB84}">
      <dsp:nvSpPr>
        <dsp:cNvPr id="0" name=""/>
        <dsp:cNvSpPr/>
      </dsp:nvSpPr>
      <dsp:spPr>
        <a:xfrm>
          <a:off x="6806875" y="900578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Camera Integration &amp; Robustness Testing</a:t>
          </a:r>
        </a:p>
      </dsp:txBody>
      <dsp:txXfrm>
        <a:off x="6806875" y="900578"/>
        <a:ext cx="2640682" cy="1306721"/>
      </dsp:txXfrm>
    </dsp:sp>
    <dsp:sp modelId="{B186A417-7677-45B2-915E-1AFC693C5869}">
      <dsp:nvSpPr>
        <dsp:cNvPr id="0" name=""/>
        <dsp:cNvSpPr/>
      </dsp:nvSpPr>
      <dsp:spPr>
        <a:xfrm>
          <a:off x="6806875" y="441460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25 Sep.</a:t>
          </a:r>
        </a:p>
      </dsp:txBody>
      <dsp:txXfrm>
        <a:off x="6806875" y="441460"/>
        <a:ext cx="2640682" cy="459118"/>
      </dsp:txXfrm>
    </dsp:sp>
    <dsp:sp modelId="{8013585F-B2B9-4F7B-93F8-F5DE29C86C06}">
      <dsp:nvSpPr>
        <dsp:cNvPr id="0" name=""/>
        <dsp:cNvSpPr/>
      </dsp:nvSpPr>
      <dsp:spPr>
        <a:xfrm>
          <a:off x="6577315" y="900578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69078-E62D-4435-B5E5-4B0C6FF3FC97}">
      <dsp:nvSpPr>
        <dsp:cNvPr id="0" name=""/>
        <dsp:cNvSpPr/>
      </dsp:nvSpPr>
      <dsp:spPr>
        <a:xfrm>
          <a:off x="6535145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9CCAFD-A670-4392-A4C5-24FC85AB2BBA}">
      <dsp:nvSpPr>
        <dsp:cNvPr id="0" name=""/>
        <dsp:cNvSpPr/>
      </dsp:nvSpPr>
      <dsp:spPr>
        <a:xfrm rot="18900000">
          <a:off x="7999856" y="3581257"/>
          <a:ext cx="324645" cy="32464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AAA4FE2-7DE2-481E-83CF-7F4FBFB748AF}">
      <dsp:nvSpPr>
        <dsp:cNvPr id="0" name=""/>
        <dsp:cNvSpPr/>
      </dsp:nvSpPr>
      <dsp:spPr>
        <a:xfrm>
          <a:off x="8035921" y="3617323"/>
          <a:ext cx="252515" cy="25251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C0EFA-E70E-4A5A-B8B4-55D20EA6A903}">
      <dsp:nvSpPr>
        <dsp:cNvPr id="0" name=""/>
        <dsp:cNvSpPr/>
      </dsp:nvSpPr>
      <dsp:spPr>
        <a:xfrm>
          <a:off x="8391738" y="2207300"/>
          <a:ext cx="2640682" cy="1306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Final Report</a:t>
          </a:r>
        </a:p>
      </dsp:txBody>
      <dsp:txXfrm>
        <a:off x="8391738" y="2207300"/>
        <a:ext cx="2640682" cy="1306721"/>
      </dsp:txXfrm>
    </dsp:sp>
    <dsp:sp modelId="{011DB81B-525B-4280-837E-6DF75CA9F172}">
      <dsp:nvSpPr>
        <dsp:cNvPr id="0" name=""/>
        <dsp:cNvSpPr/>
      </dsp:nvSpPr>
      <dsp:spPr>
        <a:xfrm>
          <a:off x="8391738" y="3514021"/>
          <a:ext cx="2640682" cy="45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16 Oct.</a:t>
          </a:r>
        </a:p>
      </dsp:txBody>
      <dsp:txXfrm>
        <a:off x="8391738" y="3514021"/>
        <a:ext cx="2640682" cy="459118"/>
      </dsp:txXfrm>
    </dsp:sp>
    <dsp:sp modelId="{3D0FE9B9-E1EC-45AE-B88A-66E7A6FA49EB}">
      <dsp:nvSpPr>
        <dsp:cNvPr id="0" name=""/>
        <dsp:cNvSpPr/>
      </dsp:nvSpPr>
      <dsp:spPr>
        <a:xfrm>
          <a:off x="8162178" y="2207300"/>
          <a:ext cx="0" cy="130672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F0EA6-CA28-4A30-A801-14C6911BA7F9}">
      <dsp:nvSpPr>
        <dsp:cNvPr id="0" name=""/>
        <dsp:cNvSpPr/>
      </dsp:nvSpPr>
      <dsp:spPr>
        <a:xfrm>
          <a:off x="8120008" y="2165979"/>
          <a:ext cx="82641" cy="82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Cover &amp;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56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42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5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Cover &amp;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8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78FFE392-5910-874B-8661-FD0BB93E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09278"/>
            <a:ext cx="9290957" cy="1019176"/>
          </a:xfrm>
        </p:spPr>
        <p:txBody>
          <a:bodyPr>
            <a:noAutofit/>
          </a:bodyPr>
          <a:lstStyle/>
          <a:p>
            <a:r>
              <a:rPr lang="en-GB" dirty="0"/>
              <a:t>Compression of a Deep Reinforcement Learning Agent onto an Embedded Microcontroller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BBC10-6955-EF68-D85A-8A208D699AAA}"/>
              </a:ext>
            </a:extLst>
          </p:cNvPr>
          <p:cNvSpPr txBox="1"/>
          <p:nvPr/>
        </p:nvSpPr>
        <p:spPr>
          <a:xfrm>
            <a:off x="718457" y="894833"/>
            <a:ext cx="2906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Achaia Beukes</a:t>
            </a:r>
            <a:endParaRPr lang="en-ZA" sz="2800" dirty="0">
              <a:solidFill>
                <a:srgbClr val="B79962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B47B4-D976-A141-8171-824AB733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Background &amp; Motivation</a:t>
            </a:r>
          </a:p>
          <a:p>
            <a:r>
              <a:rPr lang="en-GB" dirty="0"/>
              <a:t>Project Objectives</a:t>
            </a:r>
          </a:p>
          <a:p>
            <a:r>
              <a:rPr lang="en-GB" dirty="0"/>
              <a:t>Reinforcement Learning Algorithm</a:t>
            </a:r>
          </a:p>
          <a:p>
            <a:r>
              <a:rPr lang="en-GB" dirty="0"/>
              <a:t>Deep Reinforcement Learning Algorithm</a:t>
            </a:r>
          </a:p>
          <a:p>
            <a:r>
              <a:rPr lang="en-GB" dirty="0"/>
              <a:t>Hyperparameter Tuning using </a:t>
            </a:r>
            <a:r>
              <a:rPr lang="en-GB" dirty="0" err="1"/>
              <a:t>Optuna</a:t>
            </a:r>
            <a:endParaRPr lang="en-GB" dirty="0"/>
          </a:p>
          <a:p>
            <a:r>
              <a:rPr lang="en-GB" dirty="0"/>
              <a:t>Safety Concerns</a:t>
            </a:r>
          </a:p>
          <a:p>
            <a:r>
              <a:rPr lang="en-GB" dirty="0"/>
              <a:t>Planned Activities</a:t>
            </a:r>
          </a:p>
          <a:p>
            <a:r>
              <a:rPr lang="en-GB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FDE66-C7C2-A546-B7DD-130F02910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Progress Presentation Overview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8A1B4-DD55-424F-B6DE-A458F7C1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88652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4682B645-A63F-3658-FA6E-3AF60B627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568678"/>
              </p:ext>
            </p:extLst>
          </p:nvPr>
        </p:nvGraphicFramePr>
        <p:xfrm>
          <a:off x="5384800" y="2101850"/>
          <a:ext cx="6256338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74A344-6182-CE4D-AAAB-FEF9EF7FA8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t">
            <a:normAutofit fontScale="85000" lnSpcReduction="10000"/>
          </a:bodyPr>
          <a:lstStyle/>
          <a:p>
            <a:r>
              <a:rPr lang="en-GB" dirty="0"/>
              <a:t>Why compress DRL for embedded devices?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B4193E-7CDD-2346-BF41-48CF312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dirty="0"/>
              <a:t>Background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347444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BF81A4-F22A-1D48-9246-1DA169B9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86559"/>
            <a:ext cx="8328565" cy="1019176"/>
          </a:xfrm>
        </p:spPr>
        <p:txBody>
          <a:bodyPr anchor="t">
            <a:normAutofit/>
          </a:bodyPr>
          <a:lstStyle/>
          <a:p>
            <a:r>
              <a:rPr lang="en-GB" dirty="0"/>
              <a:t>Project Objectives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844CEF13-F0A6-9DBB-0DFE-7823D8379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640883"/>
              </p:ext>
            </p:extLst>
          </p:nvPr>
        </p:nvGraphicFramePr>
        <p:xfrm>
          <a:off x="518668" y="1305736"/>
          <a:ext cx="11122470" cy="4161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406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D1AB67C-F001-554B-ADBF-F84E99D2A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Learns from Experience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Builds Q-Table with Q-Values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b="1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Bellman Equation</a:t>
                </a:r>
              </a:p>
              <a:p>
                <a:r>
                  <a:rPr lang="en-US" sz="2000" b="1" dirty="0">
                    <a:solidFill>
                      <a:srgbClr val="FFFFFF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𝒎𝒂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>
                  <a:solidFill>
                    <a:srgbClr val="FFFFFF"/>
                  </a:solidFill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Epsilon Greedy Action Selection</a:t>
                </a:r>
              </a:p>
              <a:p>
                <a:pPr marL="1028700" lvl="1" indent="-342900"/>
                <a:r>
                  <a:rPr lang="en-GB" sz="2400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Exploration</a:t>
                </a:r>
              </a:p>
              <a:p>
                <a:pPr marL="1028700" lvl="1" indent="-342900"/>
                <a:r>
                  <a:rPr lang="en-GB" sz="2400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Exploitation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rgbClr val="FFFFFF"/>
                    </a:solidFill>
                    <a:ea typeface="Calibri Light" panose="020F0302020204030204" pitchFamily="34" charset="0"/>
                  </a:rPr>
                  <a:t>Decay Epsilon</a:t>
                </a:r>
              </a:p>
              <a:p>
                <a:endParaRPr lang="en-GB" b="1" dirty="0">
                  <a:solidFill>
                    <a:srgbClr val="FFFFFF"/>
                  </a:solidFill>
                  <a:latin typeface="+mn-lt"/>
                </a:endParaRPr>
              </a:p>
              <a:p>
                <a:pPr marL="1028700" lvl="1" indent="-342900"/>
                <a:endParaRPr lang="en-GB" b="1" dirty="0">
                  <a:solidFill>
                    <a:srgbClr val="FFFFFF"/>
                  </a:solidFill>
                  <a:latin typeface="+mn-lt"/>
                </a:endParaRPr>
              </a:p>
              <a:p>
                <a:pPr lvl="1" indent="0">
                  <a:buNone/>
                </a:pPr>
                <a:endParaRPr lang="en-GB" b="1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D1AB67C-F001-554B-ADBF-F84E99D2A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2" t="-110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9525020-D0FC-3B74-1842-0EB510B884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Tabular Q-Learning Agent</a:t>
            </a:r>
            <a:endParaRPr lang="en-ZA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EC0CAD-885D-8A47-890B-0484A114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Reinforcement Learning Algorithm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B6F26150-DAED-F178-CBC3-6DEA786A3B8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4"/>
          <a:stretch>
            <a:fillRect/>
          </a:stretch>
        </p:blipFill>
        <p:spPr>
          <a:xfrm>
            <a:off x="5146620" y="1788888"/>
            <a:ext cx="6852875" cy="411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2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CB4F682A-2FD7-40AE-B8A5-F793B4639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 as a Function Approximator</a:t>
            </a:r>
          </a:p>
          <a:p>
            <a:r>
              <a:rPr lang="en-US" dirty="0"/>
              <a:t>Policy Network Training</a:t>
            </a:r>
          </a:p>
          <a:p>
            <a:r>
              <a:rPr lang="en-ZA" dirty="0"/>
              <a:t>Epsilon Greedy Exploration Strategy</a:t>
            </a:r>
          </a:p>
          <a:p>
            <a:r>
              <a:rPr lang="en-US" dirty="0"/>
              <a:t>Experience Replay Buffer</a:t>
            </a:r>
          </a:p>
          <a:p>
            <a:r>
              <a:rPr lang="en-ZA" dirty="0"/>
              <a:t>Periodic Update of the Target Network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A86DF3-3E03-3841-8BDB-3558943C00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t">
            <a:normAutofit/>
          </a:bodyPr>
          <a:lstStyle/>
          <a:p>
            <a:r>
              <a:rPr lang="en-GB" dirty="0"/>
              <a:t>Deep Q-Network Architecture</a:t>
            </a:r>
          </a:p>
          <a:p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B3A21B-D7C6-DD42-BF60-D7604E9F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/>
              <a:t>Deep Reinforcement Learning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59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1F8551-B2A6-47AE-0117-A0B9C045221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tretch>
            <a:fillRect/>
          </a:stretch>
        </p:blipFill>
        <p:spPr>
          <a:xfrm>
            <a:off x="4867512" y="1702260"/>
            <a:ext cx="7164151" cy="429849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AA4EDC9-7D4A-7C20-C7C1-691E16971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79764"/>
            <a:ext cx="5367782" cy="644993"/>
          </a:xfrm>
        </p:spPr>
        <p:txBody>
          <a:bodyPr/>
          <a:lstStyle/>
          <a:p>
            <a:r>
              <a:rPr lang="en-US" dirty="0"/>
              <a:t>Final Model Parameters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D8211D-532E-CC44-AC29-6BBE23CC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86559"/>
            <a:ext cx="11339655" cy="1019176"/>
          </a:xfrm>
        </p:spPr>
        <p:txBody>
          <a:bodyPr anchor="t">
            <a:normAutofit/>
          </a:bodyPr>
          <a:lstStyle/>
          <a:p>
            <a:r>
              <a:rPr lang="en-GB" dirty="0"/>
              <a:t>Hyperparameter Tuning using </a:t>
            </a:r>
            <a:r>
              <a:rPr lang="en-GB" dirty="0" err="1"/>
              <a:t>Optuna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345A8FDC-263A-08BE-541D-77A6DCF02D5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66789065"/>
                  </p:ext>
                </p:extLst>
              </p:nvPr>
            </p:nvGraphicFramePr>
            <p:xfrm>
              <a:off x="819150" y="2098627"/>
              <a:ext cx="3581400" cy="38068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3938">
                      <a:extLst>
                        <a:ext uri="{9D8B030D-6E8A-4147-A177-3AD203B41FA5}">
                          <a16:colId xmlns:a16="http://schemas.microsoft.com/office/drawing/2014/main" val="3541943375"/>
                        </a:ext>
                      </a:extLst>
                    </a:gridCol>
                    <a:gridCol w="1377462">
                      <a:extLst>
                        <a:ext uri="{9D8B030D-6E8A-4147-A177-3AD203B41FA5}">
                          <a16:colId xmlns:a16="http://schemas.microsoft.com/office/drawing/2014/main" val="2962039422"/>
                        </a:ext>
                      </a:extLst>
                    </a:gridCol>
                  </a:tblGrid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rebuchet MS" panose="020B0603020202020204" pitchFamily="34" charset="0"/>
                            </a:rPr>
                            <a:t>Parameter</a:t>
                          </a:r>
                          <a:endParaRPr lang="en-ZA" sz="2000" dirty="0">
                            <a:latin typeface="Trebuchet MS" panose="020B0603020202020204" pitchFamily="34" charset="0"/>
                          </a:endParaRPr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rebuchet MS" panose="020B0603020202020204" pitchFamily="34" charset="0"/>
                            </a:rPr>
                            <a:t>Value</a:t>
                          </a:r>
                          <a:endParaRPr lang="en-ZA" sz="2000" dirty="0">
                            <a:latin typeface="Trebuchet MS" panose="020B0603020202020204" pitchFamily="34" charset="0"/>
                          </a:endParaRPr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1517553627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Learning Rate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800" dirty="0"/>
                            <a:t>)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2.16392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260680339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Batch Size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128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3420481191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Discount Factor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lang="en-US" sz="1800" dirty="0"/>
                            <a:t>)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0.93419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211379524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Epsilon Start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0.59103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631151205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Epsilon Stop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0.05056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708582485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Decay Rate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1136.39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30792306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345A8FDC-263A-08BE-541D-77A6DCF02D5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66789065"/>
                  </p:ext>
                </p:extLst>
              </p:nvPr>
            </p:nvGraphicFramePr>
            <p:xfrm>
              <a:off x="819150" y="2098627"/>
              <a:ext cx="3581400" cy="38068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3938">
                      <a:extLst>
                        <a:ext uri="{9D8B030D-6E8A-4147-A177-3AD203B41FA5}">
                          <a16:colId xmlns:a16="http://schemas.microsoft.com/office/drawing/2014/main" val="3541943375"/>
                        </a:ext>
                      </a:extLst>
                    </a:gridCol>
                    <a:gridCol w="1377462">
                      <a:extLst>
                        <a:ext uri="{9D8B030D-6E8A-4147-A177-3AD203B41FA5}">
                          <a16:colId xmlns:a16="http://schemas.microsoft.com/office/drawing/2014/main" val="2962039422"/>
                        </a:ext>
                      </a:extLst>
                    </a:gridCol>
                  </a:tblGrid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rebuchet MS" panose="020B0603020202020204" pitchFamily="34" charset="0"/>
                            </a:rPr>
                            <a:t>Parameter</a:t>
                          </a:r>
                          <a:endParaRPr lang="en-ZA" sz="2000" dirty="0">
                            <a:latin typeface="Trebuchet MS" panose="020B0603020202020204" pitchFamily="34" charset="0"/>
                          </a:endParaRPr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rebuchet MS" panose="020B0603020202020204" pitchFamily="34" charset="0"/>
                            </a:rPr>
                            <a:t>Value</a:t>
                          </a:r>
                          <a:endParaRPr lang="en-ZA" sz="2000" dirty="0">
                            <a:latin typeface="Trebuchet MS" panose="020B0603020202020204" pitchFamily="34" charset="0"/>
                          </a:endParaRPr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1517553627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7153" marR="147153" marT="73577" marB="73577">
                        <a:blipFill>
                          <a:blip r:embed="rId3"/>
                          <a:stretch>
                            <a:fillRect l="-276" t="-101111" r="-63812" b="-49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2.16392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260680339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Batch Size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128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3420481191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7153" marR="147153" marT="73577" marB="73577">
                        <a:blipFill>
                          <a:blip r:embed="rId3"/>
                          <a:stretch>
                            <a:fillRect l="-276" t="-303371" r="-63812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0.93419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211379524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Epsilon Start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0.59103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631151205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Epsilon Stop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0.05056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2708582485"/>
                      </a:ext>
                    </a:extLst>
                  </a:tr>
                  <a:tr h="543839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Decay Rate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1136.39</a:t>
                          </a:r>
                          <a:endParaRPr lang="en-ZA" sz="1800" dirty="0"/>
                        </a:p>
                      </a:txBody>
                      <a:tcPr marL="147153" marR="147153" marT="73577" marB="73577"/>
                    </a:tc>
                    <a:extLst>
                      <a:ext uri="{0D108BD9-81ED-4DB2-BD59-A6C34878D82A}">
                        <a16:rowId xmlns:a16="http://schemas.microsoft.com/office/drawing/2014/main" val="30792306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526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EB3D39-A78E-5970-8B1F-CF215090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86559"/>
            <a:ext cx="8328565" cy="1019176"/>
          </a:xfrm>
        </p:spPr>
        <p:txBody>
          <a:bodyPr anchor="t">
            <a:normAutofit/>
          </a:bodyPr>
          <a:lstStyle/>
          <a:p>
            <a:r>
              <a:rPr lang="en-US" dirty="0"/>
              <a:t>Safety Concerns</a:t>
            </a:r>
            <a:endParaRPr lang="en-ZA" dirty="0"/>
          </a:p>
        </p:txBody>
      </p:sp>
      <p:graphicFrame>
        <p:nvGraphicFramePr>
          <p:cNvPr id="19" name="Content Placeholder 9">
            <a:extLst>
              <a:ext uri="{FF2B5EF4-FFF2-40B4-BE49-F238E27FC236}">
                <a16:creationId xmlns:a16="http://schemas.microsoft.com/office/drawing/2014/main" id="{78F5FC31-2F59-364B-9E55-FCADC5354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542114"/>
              </p:ext>
            </p:extLst>
          </p:nvPr>
        </p:nvGraphicFramePr>
        <p:xfrm>
          <a:off x="1779814" y="1439056"/>
          <a:ext cx="9861324" cy="5059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454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F160EC-1236-6147-BDBE-807872B92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/>
          <a:p>
            <a:r>
              <a:rPr lang="en-GB" dirty="0"/>
              <a:t>Remaining Milestones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5A47D-4501-FE47-A872-ADD1AE07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86559"/>
            <a:ext cx="8328565" cy="1019176"/>
          </a:xfrm>
        </p:spPr>
        <p:txBody>
          <a:bodyPr anchor="t">
            <a:normAutofit/>
          </a:bodyPr>
          <a:lstStyle/>
          <a:p>
            <a:r>
              <a:rPr lang="en-GB" dirty="0"/>
              <a:t>Planned Activities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77A7CD52-85B2-C942-662F-FE3FDF722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92372"/>
              </p:ext>
            </p:extLst>
          </p:nvPr>
        </p:nvGraphicFramePr>
        <p:xfrm>
          <a:off x="518668" y="2098627"/>
          <a:ext cx="11122470" cy="44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228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03AC-A4F6-3440-A934-FAF64B5C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Working DQN Agent Trained on the </a:t>
            </a:r>
            <a:r>
              <a:rPr lang="en-GB" dirty="0" err="1"/>
              <a:t>MiniGrid</a:t>
            </a:r>
            <a:endParaRPr lang="en-GB" dirty="0"/>
          </a:p>
          <a:p>
            <a:r>
              <a:rPr lang="en-GB" dirty="0"/>
              <a:t>Hyperparameters Optimised via </a:t>
            </a:r>
            <a:r>
              <a:rPr lang="en-GB" dirty="0" err="1"/>
              <a:t>Optuna</a:t>
            </a:r>
            <a:r>
              <a:rPr lang="en-GB" dirty="0"/>
              <a:t> </a:t>
            </a:r>
          </a:p>
          <a:p>
            <a:r>
              <a:rPr lang="en-GB" dirty="0"/>
              <a:t>Literature Reviewed: Pruning &amp; Quantization Strategies</a:t>
            </a:r>
          </a:p>
          <a:p>
            <a:r>
              <a:rPr lang="en-GB" dirty="0"/>
              <a:t>Remaining Work: Compress, Deploy, and Test On-Device</a:t>
            </a:r>
          </a:p>
          <a:p>
            <a:r>
              <a:rPr lang="en-GB" dirty="0"/>
              <a:t>On track for Final Hand-In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C3EFC0-6DD7-9A4F-A830-1E681BE95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Progress to Date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C454B0-42A8-F84A-AD78-7F713B1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6501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A2A7F4FA-0D31-47C4-81F2-46112F27E962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2594D96-EC07-4657-9D68-83735F808368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4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D16B6E-A21E-407C-BDDF-C737BEB85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3d677-9216-46c3-8201-ee58da5def3b"/>
    <ds:schemaRef ds:uri="dffefaba-9bcc-430d-9abe-09565c10f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06BB9A-01F9-409F-96E5-4526919791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5B3F05-4C73-4E81-8633-DC6293C95FE0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dffefaba-9bcc-430d-9abe-09565c10f6e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8a3d677-9216-46c3-8201-ee58da5def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38235</TotalTime>
  <Words>426</Words>
  <Application>Microsoft Office PowerPoint</Application>
  <PresentationFormat>Widescreen</PresentationFormat>
  <Paragraphs>101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Raleway</vt:lpstr>
      <vt:lpstr>Trebuchet MS</vt:lpstr>
      <vt:lpstr>Office Theme</vt:lpstr>
      <vt:lpstr>Compression of a Deep Reinforcement Learning Agent onto an Embedded Microcontroller</vt:lpstr>
      <vt:lpstr>Outline</vt:lpstr>
      <vt:lpstr>Background &amp; Motivation</vt:lpstr>
      <vt:lpstr>Project Objectives</vt:lpstr>
      <vt:lpstr>Reinforcement Learning Algorithm</vt:lpstr>
      <vt:lpstr>Deep Reinforcement Learning Agent</vt:lpstr>
      <vt:lpstr>Hyperparameter Tuning using Optuna</vt:lpstr>
      <vt:lpstr>Safety Concerns</vt:lpstr>
      <vt:lpstr>Planned Activities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Beukes, AL, Miss [24960098@sun.ac.za]</cp:lastModifiedBy>
  <cp:revision>704</cp:revision>
  <dcterms:created xsi:type="dcterms:W3CDTF">2021-09-15T08:20:16Z</dcterms:created>
  <dcterms:modified xsi:type="dcterms:W3CDTF">2026-08-14T01:26:24Z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